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17"/>
  </p:notesMasterIdLst>
  <p:sldIdLst>
    <p:sldId id="256" r:id="rId2"/>
    <p:sldId id="279" r:id="rId3"/>
    <p:sldId id="263" r:id="rId4"/>
    <p:sldId id="257" r:id="rId5"/>
    <p:sldId id="267" r:id="rId6"/>
    <p:sldId id="268" r:id="rId7"/>
    <p:sldId id="274" r:id="rId8"/>
    <p:sldId id="258" r:id="rId9"/>
    <p:sldId id="270" r:id="rId10"/>
    <p:sldId id="261" r:id="rId11"/>
    <p:sldId id="276" r:id="rId12"/>
    <p:sldId id="262" r:id="rId13"/>
    <p:sldId id="278" r:id="rId14"/>
    <p:sldId id="265"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3A3A"/>
    <a:srgbClr val="D3DF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7579BD-7F82-7CD5-F405-DDF923F84CD4}" v="259" dt="2025-07-31T15:22:12.423"/>
    <p1510:client id="{F3B6A298-FC78-CF70-B4FA-A3768185693A}" v="343" dt="2025-07-31T15:05:40.089"/>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49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kthi Sairam U" userId="S::sakthisairam.u2021@vitstudent.ac.in::f5a67b75-59f0-4567-9989-0023d23cc423" providerId="AD" clId="Web-{577579BD-7F82-7CD5-F405-DDF923F84CD4}"/>
    <pc:docChg chg="addSld delSld modSld">
      <pc:chgData name="Sakthi Sairam U" userId="S::sakthisairam.u2021@vitstudent.ac.in::f5a67b75-59f0-4567-9989-0023d23cc423" providerId="AD" clId="Web-{577579BD-7F82-7CD5-F405-DDF923F84CD4}" dt="2025-07-31T15:22:57.940" v="230"/>
      <pc:docMkLst>
        <pc:docMk/>
      </pc:docMkLst>
      <pc:sldChg chg="modSp">
        <pc:chgData name="Sakthi Sairam U" userId="S::sakthisairam.u2021@vitstudent.ac.in::f5a67b75-59f0-4567-9989-0023d23cc423" providerId="AD" clId="Web-{577579BD-7F82-7CD5-F405-DDF923F84CD4}" dt="2025-07-31T15:06:58.880" v="5" actId="20577"/>
        <pc:sldMkLst>
          <pc:docMk/>
          <pc:sldMk cId="1845861350" sldId="256"/>
        </pc:sldMkLst>
        <pc:spChg chg="mod">
          <ac:chgData name="Sakthi Sairam U" userId="S::sakthisairam.u2021@vitstudent.ac.in::f5a67b75-59f0-4567-9989-0023d23cc423" providerId="AD" clId="Web-{577579BD-7F82-7CD5-F405-DDF923F84CD4}" dt="2025-07-31T15:06:58.880" v="5" actId="20577"/>
          <ac:spMkLst>
            <pc:docMk/>
            <pc:sldMk cId="1845861350" sldId="256"/>
            <ac:spMk id="2" creationId="{0253FE13-2EFF-6A11-9875-25FCF431947B}"/>
          </ac:spMkLst>
        </pc:spChg>
        <pc:spChg chg="mod">
          <ac:chgData name="Sakthi Sairam U" userId="S::sakthisairam.u2021@vitstudent.ac.in::f5a67b75-59f0-4567-9989-0023d23cc423" providerId="AD" clId="Web-{577579BD-7F82-7CD5-F405-DDF923F84CD4}" dt="2025-07-31T15:06:21.878" v="4" actId="20577"/>
          <ac:spMkLst>
            <pc:docMk/>
            <pc:sldMk cId="1845861350" sldId="256"/>
            <ac:spMk id="4" creationId="{169DEB79-D9BC-D40C-8A04-2D7143FD163A}"/>
          </ac:spMkLst>
        </pc:spChg>
      </pc:sldChg>
      <pc:sldChg chg="addSp delSp modSp mod setBg">
        <pc:chgData name="Sakthi Sairam U" userId="S::sakthisairam.u2021@vitstudent.ac.in::f5a67b75-59f0-4567-9989-0023d23cc423" providerId="AD" clId="Web-{577579BD-7F82-7CD5-F405-DDF923F84CD4}" dt="2025-07-31T15:21:24.356" v="219" actId="20577"/>
        <pc:sldMkLst>
          <pc:docMk/>
          <pc:sldMk cId="820805091" sldId="262"/>
        </pc:sldMkLst>
        <pc:spChg chg="mod">
          <ac:chgData name="Sakthi Sairam U" userId="S::sakthisairam.u2021@vitstudent.ac.in::f5a67b75-59f0-4567-9989-0023d23cc423" providerId="AD" clId="Web-{577579BD-7F82-7CD5-F405-DDF923F84CD4}" dt="2025-07-31T15:12:16.100" v="48"/>
          <ac:spMkLst>
            <pc:docMk/>
            <pc:sldMk cId="820805091" sldId="262"/>
            <ac:spMk id="2" creationId="{ECD2F022-E069-5B04-74C5-F982D46D5EDA}"/>
          </ac:spMkLst>
        </pc:spChg>
        <pc:spChg chg="add mod">
          <ac:chgData name="Sakthi Sairam U" userId="S::sakthisairam.u2021@vitstudent.ac.in::f5a67b75-59f0-4567-9989-0023d23cc423" providerId="AD" clId="Web-{577579BD-7F82-7CD5-F405-DDF923F84CD4}" dt="2025-07-31T15:19:07.268" v="196" actId="20577"/>
          <ac:spMkLst>
            <pc:docMk/>
            <pc:sldMk cId="820805091" sldId="262"/>
            <ac:spMk id="3" creationId="{495BBADB-8881-C819-29F8-E218AEDC1223}"/>
          </ac:spMkLst>
        </pc:spChg>
        <pc:spChg chg="mod">
          <ac:chgData name="Sakthi Sairam U" userId="S::sakthisairam.u2021@vitstudent.ac.in::f5a67b75-59f0-4567-9989-0023d23cc423" providerId="AD" clId="Web-{577579BD-7F82-7CD5-F405-DDF923F84CD4}" dt="2025-07-31T15:21:24.356" v="219" actId="20577"/>
          <ac:spMkLst>
            <pc:docMk/>
            <pc:sldMk cId="820805091" sldId="262"/>
            <ac:spMk id="4" creationId="{0FD08F1A-A729-79E9-015A-23831FF2F7BA}"/>
          </ac:spMkLst>
        </pc:spChg>
        <pc:spChg chg="del">
          <ac:chgData name="Sakthi Sairam U" userId="S::sakthisairam.u2021@vitstudent.ac.in::f5a67b75-59f0-4567-9989-0023d23cc423" providerId="AD" clId="Web-{577579BD-7F82-7CD5-F405-DDF923F84CD4}" dt="2025-07-31T15:11:38.621" v="33"/>
          <ac:spMkLst>
            <pc:docMk/>
            <pc:sldMk cId="820805091" sldId="262"/>
            <ac:spMk id="5" creationId="{DD168C01-65E2-70F4-C93D-1EE4C7EED445}"/>
          </ac:spMkLst>
        </pc:spChg>
        <pc:spChg chg="del mod">
          <ac:chgData name="Sakthi Sairam U" userId="S::sakthisairam.u2021@vitstudent.ac.in::f5a67b75-59f0-4567-9989-0023d23cc423" providerId="AD" clId="Web-{577579BD-7F82-7CD5-F405-DDF923F84CD4}" dt="2025-07-31T15:11:43.512" v="36"/>
          <ac:spMkLst>
            <pc:docMk/>
            <pc:sldMk cId="820805091" sldId="262"/>
            <ac:spMk id="6" creationId="{ADB75E2D-D5F9-B7A4-0CB7-18D600DE3F7E}"/>
          </ac:spMkLst>
        </pc:spChg>
        <pc:spChg chg="add">
          <ac:chgData name="Sakthi Sairam U" userId="S::sakthisairam.u2021@vitstudent.ac.in::f5a67b75-59f0-4567-9989-0023d23cc423" providerId="AD" clId="Web-{577579BD-7F82-7CD5-F405-DDF923F84CD4}" dt="2025-07-31T15:12:16.100" v="48"/>
          <ac:spMkLst>
            <pc:docMk/>
            <pc:sldMk cId="820805091" sldId="262"/>
            <ac:spMk id="9" creationId="{1B15ED52-F352-441B-82BF-E0EA34836D08}"/>
          </ac:spMkLst>
        </pc:spChg>
        <pc:spChg chg="add">
          <ac:chgData name="Sakthi Sairam U" userId="S::sakthisairam.u2021@vitstudent.ac.in::f5a67b75-59f0-4567-9989-0023d23cc423" providerId="AD" clId="Web-{577579BD-7F82-7CD5-F405-DDF923F84CD4}" dt="2025-07-31T15:12:16.100" v="48"/>
          <ac:spMkLst>
            <pc:docMk/>
            <pc:sldMk cId="820805091" sldId="262"/>
            <ac:spMk id="11" creationId="{3B2E3793-BFE6-45A2-9B7B-E18844431C99}"/>
          </ac:spMkLst>
        </pc:spChg>
        <pc:spChg chg="add">
          <ac:chgData name="Sakthi Sairam U" userId="S::sakthisairam.u2021@vitstudent.ac.in::f5a67b75-59f0-4567-9989-0023d23cc423" providerId="AD" clId="Web-{577579BD-7F82-7CD5-F405-DDF923F84CD4}" dt="2025-07-31T15:12:16.100" v="48"/>
          <ac:spMkLst>
            <pc:docMk/>
            <pc:sldMk cId="820805091" sldId="262"/>
            <ac:spMk id="13" creationId="{BC4C4868-CB8F-4AF9-9CDB-8108F2C19B67}"/>
          </ac:spMkLst>
        </pc:spChg>
        <pc:spChg chg="add">
          <ac:chgData name="Sakthi Sairam U" userId="S::sakthisairam.u2021@vitstudent.ac.in::f5a67b75-59f0-4567-9989-0023d23cc423" providerId="AD" clId="Web-{577579BD-7F82-7CD5-F405-DDF923F84CD4}" dt="2025-07-31T15:12:16.100" v="48"/>
          <ac:spMkLst>
            <pc:docMk/>
            <pc:sldMk cId="820805091" sldId="262"/>
            <ac:spMk id="15" creationId="{375E0459-6403-40CD-989D-56A4407CA12E}"/>
          </ac:spMkLst>
        </pc:spChg>
        <pc:spChg chg="add">
          <ac:chgData name="Sakthi Sairam U" userId="S::sakthisairam.u2021@vitstudent.ac.in::f5a67b75-59f0-4567-9989-0023d23cc423" providerId="AD" clId="Web-{577579BD-7F82-7CD5-F405-DDF923F84CD4}" dt="2025-07-31T15:12:16.100" v="48"/>
          <ac:spMkLst>
            <pc:docMk/>
            <pc:sldMk cId="820805091" sldId="262"/>
            <ac:spMk id="17" creationId="{53E5B1A8-3AC9-4BD1-9BBC-78CA94F2D1BA}"/>
          </ac:spMkLst>
        </pc:spChg>
      </pc:sldChg>
      <pc:sldChg chg="addSp delSp modSp mod setBg">
        <pc:chgData name="Sakthi Sairam U" userId="S::sakthisairam.u2021@vitstudent.ac.in::f5a67b75-59f0-4567-9989-0023d23cc423" providerId="AD" clId="Web-{577579BD-7F82-7CD5-F405-DDF923F84CD4}" dt="2025-07-31T15:21:13.856" v="214" actId="14100"/>
        <pc:sldMkLst>
          <pc:docMk/>
          <pc:sldMk cId="3360685223" sldId="265"/>
        </pc:sldMkLst>
        <pc:spChg chg="mod">
          <ac:chgData name="Sakthi Sairam U" userId="S::sakthisairam.u2021@vitstudent.ac.in::f5a67b75-59f0-4567-9989-0023d23cc423" providerId="AD" clId="Web-{577579BD-7F82-7CD5-F405-DDF923F84CD4}" dt="2025-07-31T15:20:33.323" v="200" actId="14100"/>
          <ac:spMkLst>
            <pc:docMk/>
            <pc:sldMk cId="3360685223" sldId="265"/>
            <ac:spMk id="2" creationId="{141EFDC7-60D5-2C0A-DF67-4EE02E5EC318}"/>
          </ac:spMkLst>
        </pc:spChg>
        <pc:spChg chg="add del mod">
          <ac:chgData name="Sakthi Sairam U" userId="S::sakthisairam.u2021@vitstudent.ac.in::f5a67b75-59f0-4567-9989-0023d23cc423" providerId="AD" clId="Web-{577579BD-7F82-7CD5-F405-DDF923F84CD4}" dt="2025-07-31T15:21:13.856" v="214" actId="14100"/>
          <ac:spMkLst>
            <pc:docMk/>
            <pc:sldMk cId="3360685223" sldId="265"/>
            <ac:spMk id="3" creationId="{49E3E033-3CFA-7169-887E-7E3C3208CF63}"/>
          </ac:spMkLst>
        </pc:spChg>
        <pc:spChg chg="add">
          <ac:chgData name="Sakthi Sairam U" userId="S::sakthisairam.u2021@vitstudent.ac.in::f5a67b75-59f0-4567-9989-0023d23cc423" providerId="AD" clId="Web-{577579BD-7F82-7CD5-F405-DDF923F84CD4}" dt="2025-07-31T15:20:22.306" v="199"/>
          <ac:spMkLst>
            <pc:docMk/>
            <pc:sldMk cId="3360685223" sldId="265"/>
            <ac:spMk id="8" creationId="{979E27D9-03C7-44E2-9FF8-15D0C8506AF7}"/>
          </ac:spMkLst>
        </pc:spChg>
        <pc:spChg chg="add del">
          <ac:chgData name="Sakthi Sairam U" userId="S::sakthisairam.u2021@vitstudent.ac.in::f5a67b75-59f0-4567-9989-0023d23cc423" providerId="AD" clId="Web-{577579BD-7F82-7CD5-F405-DDF923F84CD4}" dt="2025-07-31T15:19:55.180" v="198"/>
          <ac:spMkLst>
            <pc:docMk/>
            <pc:sldMk cId="3360685223" sldId="265"/>
            <ac:spMk id="9" creationId="{BACC6370-2D7E-4714-9D71-7542949D7D5D}"/>
          </ac:spMkLst>
        </pc:spChg>
        <pc:spChg chg="add">
          <ac:chgData name="Sakthi Sairam U" userId="S::sakthisairam.u2021@vitstudent.ac.in::f5a67b75-59f0-4567-9989-0023d23cc423" providerId="AD" clId="Web-{577579BD-7F82-7CD5-F405-DDF923F84CD4}" dt="2025-07-31T15:20:22.306" v="199"/>
          <ac:spMkLst>
            <pc:docMk/>
            <pc:sldMk cId="3360685223" sldId="265"/>
            <ac:spMk id="10" creationId="{EEBF1590-3B36-48EE-A89D-3B6F3CB256AB}"/>
          </ac:spMkLst>
        </pc:spChg>
        <pc:spChg chg="add del">
          <ac:chgData name="Sakthi Sairam U" userId="S::sakthisairam.u2021@vitstudent.ac.in::f5a67b75-59f0-4567-9989-0023d23cc423" providerId="AD" clId="Web-{577579BD-7F82-7CD5-F405-DDF923F84CD4}" dt="2025-07-31T15:19:55.180" v="198"/>
          <ac:spMkLst>
            <pc:docMk/>
            <pc:sldMk cId="3360685223" sldId="265"/>
            <ac:spMk id="11" creationId="{F68B3F68-107C-434F-AA38-110D5EA91B85}"/>
          </ac:spMkLst>
        </pc:spChg>
        <pc:spChg chg="add">
          <ac:chgData name="Sakthi Sairam U" userId="S::sakthisairam.u2021@vitstudent.ac.in::f5a67b75-59f0-4567-9989-0023d23cc423" providerId="AD" clId="Web-{577579BD-7F82-7CD5-F405-DDF923F84CD4}" dt="2025-07-31T15:20:22.306" v="199"/>
          <ac:spMkLst>
            <pc:docMk/>
            <pc:sldMk cId="3360685223" sldId="265"/>
            <ac:spMk id="12" creationId="{AC8F6C8C-AB5A-4548-942D-E3FD40ACBC49}"/>
          </ac:spMkLst>
        </pc:spChg>
        <pc:spChg chg="add del">
          <ac:chgData name="Sakthi Sairam U" userId="S::sakthisairam.u2021@vitstudent.ac.in::f5a67b75-59f0-4567-9989-0023d23cc423" providerId="AD" clId="Web-{577579BD-7F82-7CD5-F405-DDF923F84CD4}" dt="2025-07-31T15:19:55.180" v="198"/>
          <ac:spMkLst>
            <pc:docMk/>
            <pc:sldMk cId="3360685223" sldId="265"/>
            <ac:spMk id="13" creationId="{AAD0DBB9-1A4B-4391-81D4-CB19F9AB918A}"/>
          </ac:spMkLst>
        </pc:spChg>
        <pc:spChg chg="add del">
          <ac:chgData name="Sakthi Sairam U" userId="S::sakthisairam.u2021@vitstudent.ac.in::f5a67b75-59f0-4567-9989-0023d23cc423" providerId="AD" clId="Web-{577579BD-7F82-7CD5-F405-DDF923F84CD4}" dt="2025-07-31T15:19:55.180" v="198"/>
          <ac:spMkLst>
            <pc:docMk/>
            <pc:sldMk cId="3360685223" sldId="265"/>
            <ac:spMk id="15" creationId="{063BBA22-50EA-4C4D-BE05-F1CE4E63AA56}"/>
          </ac:spMkLst>
        </pc:spChg>
        <pc:graphicFrameChg chg="add del">
          <ac:chgData name="Sakthi Sairam U" userId="S::sakthisairam.u2021@vitstudent.ac.in::f5a67b75-59f0-4567-9989-0023d23cc423" providerId="AD" clId="Web-{577579BD-7F82-7CD5-F405-DDF923F84CD4}" dt="2025-07-31T15:19:55.180" v="198"/>
          <ac:graphicFrameMkLst>
            <pc:docMk/>
            <pc:sldMk cId="3360685223" sldId="265"/>
            <ac:graphicFrameMk id="5" creationId="{3A374B69-05AB-B257-0118-0DE303694BCF}"/>
          </ac:graphicFrameMkLst>
        </pc:graphicFrameChg>
        <pc:cxnChg chg="add del">
          <ac:chgData name="Sakthi Sairam U" userId="S::sakthisairam.u2021@vitstudent.ac.in::f5a67b75-59f0-4567-9989-0023d23cc423" providerId="AD" clId="Web-{577579BD-7F82-7CD5-F405-DDF923F84CD4}" dt="2025-07-31T15:10:38.809" v="7"/>
          <ac:cxnSpMkLst>
            <pc:docMk/>
            <pc:sldMk cId="3360685223" sldId="265"/>
            <ac:cxnSpMk id="4" creationId="{A2A741F7-5831-15C6-7CB4-0E68AF58974A}"/>
          </ac:cxnSpMkLst>
        </pc:cxnChg>
      </pc:sldChg>
      <pc:sldChg chg="addSp delSp modSp mod setBg">
        <pc:chgData name="Sakthi Sairam U" userId="S::sakthisairam.u2021@vitstudent.ac.in::f5a67b75-59f0-4567-9989-0023d23cc423" providerId="AD" clId="Web-{577579BD-7F82-7CD5-F405-DDF923F84CD4}" dt="2025-07-31T15:22:57.940" v="230"/>
        <pc:sldMkLst>
          <pc:docMk/>
          <pc:sldMk cId="2122551723" sldId="266"/>
        </pc:sldMkLst>
        <pc:spChg chg="mod">
          <ac:chgData name="Sakthi Sairam U" userId="S::sakthisairam.u2021@vitstudent.ac.in::f5a67b75-59f0-4567-9989-0023d23cc423" providerId="AD" clId="Web-{577579BD-7F82-7CD5-F405-DDF923F84CD4}" dt="2025-07-31T15:22:57.940" v="230"/>
          <ac:spMkLst>
            <pc:docMk/>
            <pc:sldMk cId="2122551723" sldId="266"/>
            <ac:spMk id="2" creationId="{870682DF-9B2E-598B-73AA-AC143FE64558}"/>
          </ac:spMkLst>
        </pc:spChg>
        <pc:spChg chg="mod">
          <ac:chgData name="Sakthi Sairam U" userId="S::sakthisairam.u2021@vitstudent.ac.in::f5a67b75-59f0-4567-9989-0023d23cc423" providerId="AD" clId="Web-{577579BD-7F82-7CD5-F405-DDF923F84CD4}" dt="2025-07-31T15:22:57.940" v="230"/>
          <ac:spMkLst>
            <pc:docMk/>
            <pc:sldMk cId="2122551723" sldId="266"/>
            <ac:spMk id="3" creationId="{4419E5E9-F4D3-6598-DA47-515EDA7F4656}"/>
          </ac:spMkLst>
        </pc:spChg>
        <pc:spChg chg="add del">
          <ac:chgData name="Sakthi Sairam U" userId="S::sakthisairam.u2021@vitstudent.ac.in::f5a67b75-59f0-4567-9989-0023d23cc423" providerId="AD" clId="Web-{577579BD-7F82-7CD5-F405-DDF923F84CD4}" dt="2025-07-31T15:22:46.502" v="227"/>
          <ac:spMkLst>
            <pc:docMk/>
            <pc:sldMk cId="2122551723" sldId="266"/>
            <ac:spMk id="8" creationId="{C9A36457-A5F4-4103-A443-02581C09185B}"/>
          </ac:spMkLst>
        </pc:spChg>
        <pc:spChg chg="add del">
          <ac:chgData name="Sakthi Sairam U" userId="S::sakthisairam.u2021@vitstudent.ac.in::f5a67b75-59f0-4567-9989-0023d23cc423" providerId="AD" clId="Web-{577579BD-7F82-7CD5-F405-DDF923F84CD4}" dt="2025-07-31T15:22:46.502" v="227"/>
          <ac:spMkLst>
            <pc:docMk/>
            <pc:sldMk cId="2122551723" sldId="266"/>
            <ac:spMk id="10" creationId="{AA5CF486-D9E5-4A66-898A-F3D62B81B15E}"/>
          </ac:spMkLst>
        </pc:spChg>
        <pc:spChg chg="add del">
          <ac:chgData name="Sakthi Sairam U" userId="S::sakthisairam.u2021@vitstudent.ac.in::f5a67b75-59f0-4567-9989-0023d23cc423" providerId="AD" clId="Web-{577579BD-7F82-7CD5-F405-DDF923F84CD4}" dt="2025-07-31T15:22:57.940" v="229"/>
          <ac:spMkLst>
            <pc:docMk/>
            <pc:sldMk cId="2122551723" sldId="266"/>
            <ac:spMk id="12" creationId="{100EDD19-6802-4EC3-95CE-CFFAB042CFD6}"/>
          </ac:spMkLst>
        </pc:spChg>
        <pc:spChg chg="add del">
          <ac:chgData name="Sakthi Sairam U" userId="S::sakthisairam.u2021@vitstudent.ac.in::f5a67b75-59f0-4567-9989-0023d23cc423" providerId="AD" clId="Web-{577579BD-7F82-7CD5-F405-DDF923F84CD4}" dt="2025-07-31T15:22:57.940" v="229"/>
          <ac:spMkLst>
            <pc:docMk/>
            <pc:sldMk cId="2122551723" sldId="266"/>
            <ac:spMk id="13" creationId="{DB17E863-922E-4C26-BD64-E8FD41D28661}"/>
          </ac:spMkLst>
        </pc:spChg>
        <pc:spChg chg="add">
          <ac:chgData name="Sakthi Sairam U" userId="S::sakthisairam.u2021@vitstudent.ac.in::f5a67b75-59f0-4567-9989-0023d23cc423" providerId="AD" clId="Web-{577579BD-7F82-7CD5-F405-DDF923F84CD4}" dt="2025-07-31T15:22:57.940" v="230"/>
          <ac:spMkLst>
            <pc:docMk/>
            <pc:sldMk cId="2122551723" sldId="266"/>
            <ac:spMk id="14" creationId="{074B4F7D-14B2-478B-8BF5-01E4E0C5D263}"/>
          </ac:spMkLst>
        </pc:spChg>
        <pc:spChg chg="add">
          <ac:chgData name="Sakthi Sairam U" userId="S::sakthisairam.u2021@vitstudent.ac.in::f5a67b75-59f0-4567-9989-0023d23cc423" providerId="AD" clId="Web-{577579BD-7F82-7CD5-F405-DDF923F84CD4}" dt="2025-07-31T15:22:57.940" v="230"/>
          <ac:spMkLst>
            <pc:docMk/>
            <pc:sldMk cId="2122551723" sldId="266"/>
            <ac:spMk id="15" creationId="{DAF1966E-FD40-4A4A-B61B-C4DF7FA05F06}"/>
          </ac:spMkLst>
        </pc:spChg>
        <pc:spChg chg="add">
          <ac:chgData name="Sakthi Sairam U" userId="S::sakthisairam.u2021@vitstudent.ac.in::f5a67b75-59f0-4567-9989-0023d23cc423" providerId="AD" clId="Web-{577579BD-7F82-7CD5-F405-DDF923F84CD4}" dt="2025-07-31T15:22:57.940" v="230"/>
          <ac:spMkLst>
            <pc:docMk/>
            <pc:sldMk cId="2122551723" sldId="266"/>
            <ac:spMk id="16" creationId="{047BFA19-D45E-416B-A404-7AF2F3F27017}"/>
          </ac:spMkLst>
        </pc:spChg>
        <pc:spChg chg="add">
          <ac:chgData name="Sakthi Sairam U" userId="S::sakthisairam.u2021@vitstudent.ac.in::f5a67b75-59f0-4567-9989-0023d23cc423" providerId="AD" clId="Web-{577579BD-7F82-7CD5-F405-DDF923F84CD4}" dt="2025-07-31T15:22:57.940" v="230"/>
          <ac:spMkLst>
            <pc:docMk/>
            <pc:sldMk cId="2122551723" sldId="266"/>
            <ac:spMk id="17" creationId="{8E0105E7-23DB-4CF2-8258-FF47C7620F6E}"/>
          </ac:spMkLst>
        </pc:spChg>
      </pc:sldChg>
      <pc:sldChg chg="add replId">
        <pc:chgData name="Sakthi Sairam U" userId="S::sakthisairam.u2021@vitstudent.ac.in::f5a67b75-59f0-4567-9989-0023d23cc423" providerId="AD" clId="Web-{577579BD-7F82-7CD5-F405-DDF923F84CD4}" dt="2025-07-31T15:10:53.293" v="10"/>
        <pc:sldMkLst>
          <pc:docMk/>
          <pc:sldMk cId="783894851" sldId="271"/>
        </pc:sldMkLst>
      </pc:sldChg>
      <pc:sldChg chg="add del replId">
        <pc:chgData name="Sakthi Sairam U" userId="S::sakthisairam.u2021@vitstudent.ac.in::f5a67b75-59f0-4567-9989-0023d23cc423" providerId="AD" clId="Web-{577579BD-7F82-7CD5-F405-DDF923F84CD4}" dt="2025-07-31T15:10:47.574" v="9"/>
        <pc:sldMkLst>
          <pc:docMk/>
          <pc:sldMk cId="4259731240" sldId="271"/>
        </pc:sldMkLst>
      </pc:sldChg>
    </pc:docChg>
  </pc:docChgLst>
  <pc:docChgLst>
    <pc:chgData name="Sakthi Sairam U" userId="S::sakthisairam.u2021@vitstudent.ac.in::f5a67b75-59f0-4567-9989-0023d23cc423" providerId="AD" clId="Web-{F3B6A298-FC78-CF70-B4FA-A3768185693A}"/>
    <pc:docChg chg="addSld delSld modSld addMainMaster delMainMaster">
      <pc:chgData name="Sakthi Sairam U" userId="S::sakthisairam.u2021@vitstudent.ac.in::f5a67b75-59f0-4567-9989-0023d23cc423" providerId="AD" clId="Web-{F3B6A298-FC78-CF70-B4FA-A3768185693A}" dt="2025-07-31T15:05:40.089" v="395" actId="20577"/>
      <pc:docMkLst>
        <pc:docMk/>
      </pc:docMkLst>
      <pc:sldChg chg="addSp delSp modSp mod setBg modClrScheme chgLayout">
        <pc:chgData name="Sakthi Sairam U" userId="S::sakthisairam.u2021@vitstudent.ac.in::f5a67b75-59f0-4567-9989-0023d23cc423" providerId="AD" clId="Web-{F3B6A298-FC78-CF70-B4FA-A3768185693A}" dt="2025-07-31T14:40:05.723" v="66" actId="1076"/>
        <pc:sldMkLst>
          <pc:docMk/>
          <pc:sldMk cId="1845861350" sldId="256"/>
        </pc:sldMkLst>
        <pc:spChg chg="mod ord">
          <ac:chgData name="Sakthi Sairam U" userId="S::sakthisairam.u2021@vitstudent.ac.in::f5a67b75-59f0-4567-9989-0023d23cc423" providerId="AD" clId="Web-{F3B6A298-FC78-CF70-B4FA-A3768185693A}" dt="2025-07-31T14:35:10.982" v="24" actId="1076"/>
          <ac:spMkLst>
            <pc:docMk/>
            <pc:sldMk cId="1845861350" sldId="256"/>
            <ac:spMk id="2" creationId="{0253FE13-2EFF-6A11-9875-25FCF431947B}"/>
          </ac:spMkLst>
        </pc:spChg>
        <pc:spChg chg="mod ord">
          <ac:chgData name="Sakthi Sairam U" userId="S::sakthisairam.u2021@vitstudent.ac.in::f5a67b75-59f0-4567-9989-0023d23cc423" providerId="AD" clId="Web-{F3B6A298-FC78-CF70-B4FA-A3768185693A}" dt="2025-07-31T14:40:00.301" v="65" actId="1076"/>
          <ac:spMkLst>
            <pc:docMk/>
            <pc:sldMk cId="1845861350" sldId="256"/>
            <ac:spMk id="3" creationId="{EDBEC46A-51C7-6EB5-6635-03507EEB6CFF}"/>
          </ac:spMkLst>
        </pc:spChg>
        <pc:spChg chg="add mod">
          <ac:chgData name="Sakthi Sairam U" userId="S::sakthisairam.u2021@vitstudent.ac.in::f5a67b75-59f0-4567-9989-0023d23cc423" providerId="AD" clId="Web-{F3B6A298-FC78-CF70-B4FA-A3768185693A}" dt="2025-07-31T14:40:05.723" v="66" actId="1076"/>
          <ac:spMkLst>
            <pc:docMk/>
            <pc:sldMk cId="1845861350" sldId="256"/>
            <ac:spMk id="4" creationId="{169DEB79-D9BC-D40C-8A04-2D7143FD163A}"/>
          </ac:spMkLst>
        </pc:spChg>
        <pc:spChg chg="add">
          <ac:chgData name="Sakthi Sairam U" userId="S::sakthisairam.u2021@vitstudent.ac.in::f5a67b75-59f0-4567-9989-0023d23cc423" providerId="AD" clId="Web-{F3B6A298-FC78-CF70-B4FA-A3768185693A}" dt="2025-07-31T14:33:22.325" v="5"/>
          <ac:spMkLst>
            <pc:docMk/>
            <pc:sldMk cId="1845861350" sldId="256"/>
            <ac:spMk id="5" creationId="{6F5A5072-7B47-4D32-B52A-4EBBF590B8A5}"/>
          </ac:spMkLst>
        </pc:spChg>
        <pc:spChg chg="add">
          <ac:chgData name="Sakthi Sairam U" userId="S::sakthisairam.u2021@vitstudent.ac.in::f5a67b75-59f0-4567-9989-0023d23cc423" providerId="AD" clId="Web-{F3B6A298-FC78-CF70-B4FA-A3768185693A}" dt="2025-07-31T14:33:22.325" v="5"/>
          <ac:spMkLst>
            <pc:docMk/>
            <pc:sldMk cId="1845861350" sldId="256"/>
            <ac:spMk id="6" creationId="{9715DAF0-AE1B-46C9-8A6B-DB2AA05AB91D}"/>
          </ac:spMkLst>
        </pc:spChg>
        <pc:spChg chg="add">
          <ac:chgData name="Sakthi Sairam U" userId="S::sakthisairam.u2021@vitstudent.ac.in::f5a67b75-59f0-4567-9989-0023d23cc423" providerId="AD" clId="Web-{F3B6A298-FC78-CF70-B4FA-A3768185693A}" dt="2025-07-31T14:33:22.325" v="5"/>
          <ac:spMkLst>
            <pc:docMk/>
            <pc:sldMk cId="1845861350" sldId="256"/>
            <ac:spMk id="7" creationId="{6016219D-510E-4184-9090-6D5578A87BD1}"/>
          </ac:spMkLst>
        </pc:spChg>
        <pc:spChg chg="add del">
          <ac:chgData name="Sakthi Sairam U" userId="S::sakthisairam.u2021@vitstudent.ac.in::f5a67b75-59f0-4567-9989-0023d23cc423" providerId="AD" clId="Web-{F3B6A298-FC78-CF70-B4FA-A3768185693A}" dt="2025-07-31T14:32:19.262" v="1"/>
          <ac:spMkLst>
            <pc:docMk/>
            <pc:sldMk cId="1845861350" sldId="256"/>
            <ac:spMk id="8" creationId="{46D23AC7-5D0C-4D3B-9A27-06F5B1218DAC}"/>
          </ac:spMkLst>
        </pc:spChg>
        <pc:spChg chg="add">
          <ac:chgData name="Sakthi Sairam U" userId="S::sakthisairam.u2021@vitstudent.ac.in::f5a67b75-59f0-4567-9989-0023d23cc423" providerId="AD" clId="Web-{F3B6A298-FC78-CF70-B4FA-A3768185693A}" dt="2025-07-31T14:33:22.325" v="5"/>
          <ac:spMkLst>
            <pc:docMk/>
            <pc:sldMk cId="1845861350" sldId="256"/>
            <ac:spMk id="9" creationId="{AFF4A713-7B75-4B21-90D7-5AB19547C728}"/>
          </ac:spMkLst>
        </pc:spChg>
        <pc:spChg chg="add del">
          <ac:chgData name="Sakthi Sairam U" userId="S::sakthisairam.u2021@vitstudent.ac.in::f5a67b75-59f0-4567-9989-0023d23cc423" providerId="AD" clId="Web-{F3B6A298-FC78-CF70-B4FA-A3768185693A}" dt="2025-07-31T14:32:19.262" v="1"/>
          <ac:spMkLst>
            <pc:docMk/>
            <pc:sldMk cId="1845861350" sldId="256"/>
            <ac:spMk id="10" creationId="{A25B9C01-EDEA-4745-A667-008D9674DBAC}"/>
          </ac:spMkLst>
        </pc:spChg>
        <pc:spChg chg="add">
          <ac:chgData name="Sakthi Sairam U" userId="S::sakthisairam.u2021@vitstudent.ac.in::f5a67b75-59f0-4567-9989-0023d23cc423" providerId="AD" clId="Web-{F3B6A298-FC78-CF70-B4FA-A3768185693A}" dt="2025-07-31T14:33:22.325" v="5"/>
          <ac:spMkLst>
            <pc:docMk/>
            <pc:sldMk cId="1845861350" sldId="256"/>
            <ac:spMk id="11" creationId="{DC631C0B-6DA6-4E57-8231-CE32B3434A7E}"/>
          </ac:spMkLst>
        </pc:spChg>
        <pc:spChg chg="add">
          <ac:chgData name="Sakthi Sairam U" userId="S::sakthisairam.u2021@vitstudent.ac.in::f5a67b75-59f0-4567-9989-0023d23cc423" providerId="AD" clId="Web-{F3B6A298-FC78-CF70-B4FA-A3768185693A}" dt="2025-07-31T14:33:22.325" v="5"/>
          <ac:spMkLst>
            <pc:docMk/>
            <pc:sldMk cId="1845861350" sldId="256"/>
            <ac:spMk id="13" creationId="{C29501E6-A978-4A61-9689-9085AF97A53A}"/>
          </ac:spMkLst>
        </pc:spChg>
        <pc:spChg chg="add del">
          <ac:chgData name="Sakthi Sairam U" userId="S::sakthisairam.u2021@vitstudent.ac.in::f5a67b75-59f0-4567-9989-0023d23cc423" providerId="AD" clId="Web-{F3B6A298-FC78-CF70-B4FA-A3768185693A}" dt="2025-07-31T14:32:19.262" v="1"/>
          <ac:spMkLst>
            <pc:docMk/>
            <pc:sldMk cId="1845861350" sldId="256"/>
            <ac:spMk id="14" creationId="{445353E2-B25B-4763-9751-C89AD9FBF1D6}"/>
          </ac:spMkLst>
        </pc:spChg>
        <pc:spChg chg="add del">
          <ac:chgData name="Sakthi Sairam U" userId="S::sakthisairam.u2021@vitstudent.ac.in::f5a67b75-59f0-4567-9989-0023d23cc423" providerId="AD" clId="Web-{F3B6A298-FC78-CF70-B4FA-A3768185693A}" dt="2025-07-31T14:32:19.262" v="1"/>
          <ac:spMkLst>
            <pc:docMk/>
            <pc:sldMk cId="1845861350" sldId="256"/>
            <ac:spMk id="16" creationId="{5AA1B548-375C-47D8-9F3A-BE6E9569FA4F}"/>
          </ac:spMkLst>
        </pc:spChg>
        <pc:cxnChg chg="add del">
          <ac:chgData name="Sakthi Sairam U" userId="S::sakthisairam.u2021@vitstudent.ac.in::f5a67b75-59f0-4567-9989-0023d23cc423" providerId="AD" clId="Web-{F3B6A298-FC78-CF70-B4FA-A3768185693A}" dt="2025-07-31T14:32:19.262" v="1"/>
          <ac:cxnSpMkLst>
            <pc:docMk/>
            <pc:sldMk cId="1845861350" sldId="256"/>
            <ac:cxnSpMk id="12" creationId="{E966FAFD-37CD-48B5-809E-49FBFBCAE49D}"/>
          </ac:cxnSpMkLst>
        </pc:cxnChg>
        <pc:cxnChg chg="add del mod">
          <ac:chgData name="Sakthi Sairam U" userId="S::sakthisairam.u2021@vitstudent.ac.in::f5a67b75-59f0-4567-9989-0023d23cc423" providerId="AD" clId="Web-{F3B6A298-FC78-CF70-B4FA-A3768185693A}" dt="2025-07-31T14:39:15.254" v="60"/>
          <ac:cxnSpMkLst>
            <pc:docMk/>
            <pc:sldMk cId="1845861350" sldId="256"/>
            <ac:cxnSpMk id="15" creationId="{2BD7C2DB-31E6-D4E6-A725-E6A30DEE303B}"/>
          </ac:cxnSpMkLst>
        </pc:cxnChg>
        <pc:cxnChg chg="add mod">
          <ac:chgData name="Sakthi Sairam U" userId="S::sakthisairam.u2021@vitstudent.ac.in::f5a67b75-59f0-4567-9989-0023d23cc423" providerId="AD" clId="Web-{F3B6A298-FC78-CF70-B4FA-A3768185693A}" dt="2025-07-31T14:39:51.739" v="64" actId="14100"/>
          <ac:cxnSpMkLst>
            <pc:docMk/>
            <pc:sldMk cId="1845861350" sldId="256"/>
            <ac:cxnSpMk id="17" creationId="{A2A741F7-5831-15C6-7CB4-0E68AF58974A}"/>
          </ac:cxnSpMkLst>
        </pc:cxnChg>
        <pc:cxnChg chg="add del">
          <ac:chgData name="Sakthi Sairam U" userId="S::sakthisairam.u2021@vitstudent.ac.in::f5a67b75-59f0-4567-9989-0023d23cc423" providerId="AD" clId="Web-{F3B6A298-FC78-CF70-B4FA-A3768185693A}" dt="2025-07-31T14:32:19.262" v="1"/>
          <ac:cxnSpMkLst>
            <pc:docMk/>
            <pc:sldMk cId="1845861350" sldId="256"/>
            <ac:cxnSpMk id="18" creationId="{924D25FA-1F8D-4CB9-A5C3-C5A6AC9E3B31}"/>
          </ac:cxnSpMkLst>
        </pc:cxnChg>
      </pc:sldChg>
      <pc:sldChg chg="addSp modSp mod setBg modClrScheme chgLayout">
        <pc:chgData name="Sakthi Sairam U" userId="S::sakthisairam.u2021@vitstudent.ac.in::f5a67b75-59f0-4567-9989-0023d23cc423" providerId="AD" clId="Web-{F3B6A298-FC78-CF70-B4FA-A3768185693A}" dt="2025-07-31T14:44:57.884" v="144" actId="20577"/>
        <pc:sldMkLst>
          <pc:docMk/>
          <pc:sldMk cId="3006947700" sldId="257"/>
        </pc:sldMkLst>
        <pc:spChg chg="mod ord">
          <ac:chgData name="Sakthi Sairam U" userId="S::sakthisairam.u2021@vitstudent.ac.in::f5a67b75-59f0-4567-9989-0023d23cc423" providerId="AD" clId="Web-{F3B6A298-FC78-CF70-B4FA-A3768185693A}" dt="2025-07-31T14:43:20.944" v="128" actId="1076"/>
          <ac:spMkLst>
            <pc:docMk/>
            <pc:sldMk cId="3006947700" sldId="257"/>
            <ac:spMk id="2" creationId="{94BC99D3-8671-D497-95D4-1CDB0C5B6E36}"/>
          </ac:spMkLst>
        </pc:spChg>
        <pc:spChg chg="mod ord">
          <ac:chgData name="Sakthi Sairam U" userId="S::sakthisairam.u2021@vitstudent.ac.in::f5a67b75-59f0-4567-9989-0023d23cc423" providerId="AD" clId="Web-{F3B6A298-FC78-CF70-B4FA-A3768185693A}" dt="2025-07-31T14:44:57.884" v="144" actId="20577"/>
          <ac:spMkLst>
            <pc:docMk/>
            <pc:sldMk cId="3006947700" sldId="257"/>
            <ac:spMk id="4" creationId="{95FF5B90-7191-0360-DC7C-E941BEEA7D40}"/>
          </ac:spMkLst>
        </pc:spChg>
        <pc:spChg chg="add">
          <ac:chgData name="Sakthi Sairam U" userId="S::sakthisairam.u2021@vitstudent.ac.in::f5a67b75-59f0-4567-9989-0023d23cc423" providerId="AD" clId="Web-{F3B6A298-FC78-CF70-B4FA-A3768185693A}" dt="2025-07-31T14:43:01.803" v="127"/>
          <ac:spMkLst>
            <pc:docMk/>
            <pc:sldMk cId="3006947700" sldId="257"/>
            <ac:spMk id="9" creationId="{1B15ED52-F352-441B-82BF-E0EA34836D08}"/>
          </ac:spMkLst>
        </pc:spChg>
        <pc:spChg chg="add">
          <ac:chgData name="Sakthi Sairam U" userId="S::sakthisairam.u2021@vitstudent.ac.in::f5a67b75-59f0-4567-9989-0023d23cc423" providerId="AD" clId="Web-{F3B6A298-FC78-CF70-B4FA-A3768185693A}" dt="2025-07-31T14:43:01.803" v="127"/>
          <ac:spMkLst>
            <pc:docMk/>
            <pc:sldMk cId="3006947700" sldId="257"/>
            <ac:spMk id="11" creationId="{3B2E3793-BFE6-45A2-9B7B-E18844431C99}"/>
          </ac:spMkLst>
        </pc:spChg>
        <pc:spChg chg="add">
          <ac:chgData name="Sakthi Sairam U" userId="S::sakthisairam.u2021@vitstudent.ac.in::f5a67b75-59f0-4567-9989-0023d23cc423" providerId="AD" clId="Web-{F3B6A298-FC78-CF70-B4FA-A3768185693A}" dt="2025-07-31T14:43:01.803" v="127"/>
          <ac:spMkLst>
            <pc:docMk/>
            <pc:sldMk cId="3006947700" sldId="257"/>
            <ac:spMk id="13" creationId="{BC4C4868-CB8F-4AF9-9CDB-8108F2C19B67}"/>
          </ac:spMkLst>
        </pc:spChg>
        <pc:spChg chg="add">
          <ac:chgData name="Sakthi Sairam U" userId="S::sakthisairam.u2021@vitstudent.ac.in::f5a67b75-59f0-4567-9989-0023d23cc423" providerId="AD" clId="Web-{F3B6A298-FC78-CF70-B4FA-A3768185693A}" dt="2025-07-31T14:43:01.803" v="127"/>
          <ac:spMkLst>
            <pc:docMk/>
            <pc:sldMk cId="3006947700" sldId="257"/>
            <ac:spMk id="15" creationId="{375E0459-6403-40CD-989D-56A4407CA12E}"/>
          </ac:spMkLst>
        </pc:spChg>
        <pc:spChg chg="add">
          <ac:chgData name="Sakthi Sairam U" userId="S::sakthisairam.u2021@vitstudent.ac.in::f5a67b75-59f0-4567-9989-0023d23cc423" providerId="AD" clId="Web-{F3B6A298-FC78-CF70-B4FA-A3768185693A}" dt="2025-07-31T14:43:01.803" v="127"/>
          <ac:spMkLst>
            <pc:docMk/>
            <pc:sldMk cId="3006947700" sldId="257"/>
            <ac:spMk id="17" creationId="{53E5B1A8-3AC9-4BD1-9BBC-78CA94F2D1BA}"/>
          </ac:spMkLst>
        </pc:spChg>
      </pc:sldChg>
      <pc:sldChg chg="addSp modSp mod setBg modClrScheme chgLayout">
        <pc:chgData name="Sakthi Sairam U" userId="S::sakthisairam.u2021@vitstudent.ac.in::f5a67b75-59f0-4567-9989-0023d23cc423" providerId="AD" clId="Web-{F3B6A298-FC78-CF70-B4FA-A3768185693A}" dt="2025-07-31T14:48:20.284" v="172" actId="1076"/>
        <pc:sldMkLst>
          <pc:docMk/>
          <pc:sldMk cId="3721333324" sldId="258"/>
        </pc:sldMkLst>
        <pc:spChg chg="mod ord">
          <ac:chgData name="Sakthi Sairam U" userId="S::sakthisairam.u2021@vitstudent.ac.in::f5a67b75-59f0-4567-9989-0023d23cc423" providerId="AD" clId="Web-{F3B6A298-FC78-CF70-B4FA-A3768185693A}" dt="2025-07-31T14:46:57.809" v="152"/>
          <ac:spMkLst>
            <pc:docMk/>
            <pc:sldMk cId="3721333324" sldId="258"/>
            <ac:spMk id="2" creationId="{3B6D556B-56BC-2FC5-0179-1C8EE6FD940E}"/>
          </ac:spMkLst>
        </pc:spChg>
        <pc:spChg chg="mod ord">
          <ac:chgData name="Sakthi Sairam U" userId="S::sakthisairam.u2021@vitstudent.ac.in::f5a67b75-59f0-4567-9989-0023d23cc423" providerId="AD" clId="Web-{F3B6A298-FC78-CF70-B4FA-A3768185693A}" dt="2025-07-31T14:48:20.284" v="172" actId="1076"/>
          <ac:spMkLst>
            <pc:docMk/>
            <pc:sldMk cId="3721333324" sldId="258"/>
            <ac:spMk id="4" creationId="{4EBFA1BE-B7F5-7C84-D352-E16A254622A9}"/>
          </ac:spMkLst>
        </pc:spChg>
        <pc:spChg chg="add">
          <ac:chgData name="Sakthi Sairam U" userId="S::sakthisairam.u2021@vitstudent.ac.in::f5a67b75-59f0-4567-9989-0023d23cc423" providerId="AD" clId="Web-{F3B6A298-FC78-CF70-B4FA-A3768185693A}" dt="2025-07-31T14:46:57.809" v="152"/>
          <ac:spMkLst>
            <pc:docMk/>
            <pc:sldMk cId="3721333324" sldId="258"/>
            <ac:spMk id="9" creationId="{DEE2AD96-B495-4E06-9291-B71706F728CB}"/>
          </ac:spMkLst>
        </pc:spChg>
        <pc:spChg chg="add">
          <ac:chgData name="Sakthi Sairam U" userId="S::sakthisairam.u2021@vitstudent.ac.in::f5a67b75-59f0-4567-9989-0023d23cc423" providerId="AD" clId="Web-{F3B6A298-FC78-CF70-B4FA-A3768185693A}" dt="2025-07-31T14:46:57.809" v="152"/>
          <ac:spMkLst>
            <pc:docMk/>
            <pc:sldMk cId="3721333324" sldId="258"/>
            <ac:spMk id="11" creationId="{53CF6D67-C5A8-4ADD-9E8E-1E38CA1D3166}"/>
          </ac:spMkLst>
        </pc:spChg>
        <pc:spChg chg="add">
          <ac:chgData name="Sakthi Sairam U" userId="S::sakthisairam.u2021@vitstudent.ac.in::f5a67b75-59f0-4567-9989-0023d23cc423" providerId="AD" clId="Web-{F3B6A298-FC78-CF70-B4FA-A3768185693A}" dt="2025-07-31T14:46:57.809" v="152"/>
          <ac:spMkLst>
            <pc:docMk/>
            <pc:sldMk cId="3721333324" sldId="258"/>
            <ac:spMk id="13" creationId="{86909FA0-B515-4681-B7A8-FA281D133B94}"/>
          </ac:spMkLst>
        </pc:spChg>
        <pc:spChg chg="add">
          <ac:chgData name="Sakthi Sairam U" userId="S::sakthisairam.u2021@vitstudent.ac.in::f5a67b75-59f0-4567-9989-0023d23cc423" providerId="AD" clId="Web-{F3B6A298-FC78-CF70-B4FA-A3768185693A}" dt="2025-07-31T14:46:57.809" v="152"/>
          <ac:spMkLst>
            <pc:docMk/>
            <pc:sldMk cId="3721333324" sldId="258"/>
            <ac:spMk id="15" creationId="{21C9FE86-FCC3-4A31-AA1C-C882262B7FE7}"/>
          </ac:spMkLst>
        </pc:spChg>
        <pc:spChg chg="add">
          <ac:chgData name="Sakthi Sairam U" userId="S::sakthisairam.u2021@vitstudent.ac.in::f5a67b75-59f0-4567-9989-0023d23cc423" providerId="AD" clId="Web-{F3B6A298-FC78-CF70-B4FA-A3768185693A}" dt="2025-07-31T14:46:57.809" v="152"/>
          <ac:spMkLst>
            <pc:docMk/>
            <pc:sldMk cId="3721333324" sldId="258"/>
            <ac:spMk id="17" creationId="{7D96243B-ECED-4B71-8E06-AE9A285EAD20}"/>
          </ac:spMkLst>
        </pc:spChg>
        <pc:spChg chg="add">
          <ac:chgData name="Sakthi Sairam U" userId="S::sakthisairam.u2021@vitstudent.ac.in::f5a67b75-59f0-4567-9989-0023d23cc423" providerId="AD" clId="Web-{F3B6A298-FC78-CF70-B4FA-A3768185693A}" dt="2025-07-31T14:46:57.809" v="152"/>
          <ac:spMkLst>
            <pc:docMk/>
            <pc:sldMk cId="3721333324" sldId="258"/>
            <ac:spMk id="19" creationId="{A09989E4-EFDC-4A90-A633-E0525FB4139E}"/>
          </ac:spMkLst>
        </pc:spChg>
      </pc:sldChg>
      <pc:sldChg chg="addSp delSp modSp del mod modClrScheme chgLayout">
        <pc:chgData name="Sakthi Sairam U" userId="S::sakthisairam.u2021@vitstudent.ac.in::f5a67b75-59f0-4567-9989-0023d23cc423" providerId="AD" clId="Web-{F3B6A298-FC78-CF70-B4FA-A3768185693A}" dt="2025-07-31T15:04:50.071" v="390"/>
        <pc:sldMkLst>
          <pc:docMk/>
          <pc:sldMk cId="1173308982" sldId="260"/>
        </pc:sldMkLst>
        <pc:spChg chg="mod ord">
          <ac:chgData name="Sakthi Sairam U" userId="S::sakthisairam.u2021@vitstudent.ac.in::f5a67b75-59f0-4567-9989-0023d23cc423" providerId="AD" clId="Web-{F3B6A298-FC78-CF70-B4FA-A3768185693A}" dt="2025-07-31T14:49:30.397" v="196" actId="14100"/>
          <ac:spMkLst>
            <pc:docMk/>
            <pc:sldMk cId="1173308982" sldId="260"/>
            <ac:spMk id="2" creationId="{27019BB8-2D4F-7FF5-290E-9B0F487258B0}"/>
          </ac:spMkLst>
        </pc:spChg>
        <pc:spChg chg="mod ord">
          <ac:chgData name="Sakthi Sairam U" userId="S::sakthisairam.u2021@vitstudent.ac.in::f5a67b75-59f0-4567-9989-0023d23cc423" providerId="AD" clId="Web-{F3B6A298-FC78-CF70-B4FA-A3768185693A}" dt="2025-07-31T14:32:50.216" v="4"/>
          <ac:spMkLst>
            <pc:docMk/>
            <pc:sldMk cId="1173308982" sldId="260"/>
            <ac:spMk id="4" creationId="{48B271B0-0155-DFD1-6602-877105F68672}"/>
          </ac:spMkLst>
        </pc:spChg>
        <pc:spChg chg="mod">
          <ac:chgData name="Sakthi Sairam U" userId="S::sakthisairam.u2021@vitstudent.ac.in::f5a67b75-59f0-4567-9989-0023d23cc423" providerId="AD" clId="Web-{F3B6A298-FC78-CF70-B4FA-A3768185693A}" dt="2025-07-31T14:49:50.069" v="197"/>
          <ac:spMkLst>
            <pc:docMk/>
            <pc:sldMk cId="1173308982" sldId="260"/>
            <ac:spMk id="5" creationId="{0AF6B67A-8FE2-F89B-671B-E57BD6BBE6D8}"/>
          </ac:spMkLst>
        </pc:spChg>
        <pc:spChg chg="del mod">
          <ac:chgData name="Sakthi Sairam U" userId="S::sakthisairam.u2021@vitstudent.ac.in::f5a67b75-59f0-4567-9989-0023d23cc423" providerId="AD" clId="Web-{F3B6A298-FC78-CF70-B4FA-A3768185693A}" dt="2025-07-31T14:49:13.740" v="186"/>
          <ac:spMkLst>
            <pc:docMk/>
            <pc:sldMk cId="1173308982" sldId="260"/>
            <ac:spMk id="6" creationId="{A6B2B273-C3E1-1E81-9469-C3A8F8251980}"/>
          </ac:spMkLst>
        </pc:spChg>
        <pc:spChg chg="add">
          <ac:chgData name="Sakthi Sairam U" userId="S::sakthisairam.u2021@vitstudent.ac.in::f5a67b75-59f0-4567-9989-0023d23cc423" providerId="AD" clId="Web-{F3B6A298-FC78-CF70-B4FA-A3768185693A}" dt="2025-07-31T14:49:09.927" v="185"/>
          <ac:spMkLst>
            <pc:docMk/>
            <pc:sldMk cId="1173308982" sldId="260"/>
            <ac:spMk id="7" creationId="{658ABC0F-F318-0F5C-67D5-575D3FEBD11C}"/>
          </ac:spMkLst>
        </pc:spChg>
      </pc:sldChg>
      <pc:sldChg chg="addSp delSp modSp mod setBg modClrScheme chgLayout">
        <pc:chgData name="Sakthi Sairam U" userId="S::sakthisairam.u2021@vitstudent.ac.in::f5a67b75-59f0-4567-9989-0023d23cc423" providerId="AD" clId="Web-{F3B6A298-FC78-CF70-B4FA-A3768185693A}" dt="2025-07-31T14:57:16.100" v="303"/>
        <pc:sldMkLst>
          <pc:docMk/>
          <pc:sldMk cId="3869656978" sldId="261"/>
        </pc:sldMkLst>
        <pc:spChg chg="mod ord">
          <ac:chgData name="Sakthi Sairam U" userId="S::sakthisairam.u2021@vitstudent.ac.in::f5a67b75-59f0-4567-9989-0023d23cc423" providerId="AD" clId="Web-{F3B6A298-FC78-CF70-B4FA-A3768185693A}" dt="2025-07-31T14:52:44.573" v="204"/>
          <ac:spMkLst>
            <pc:docMk/>
            <pc:sldMk cId="3869656978" sldId="261"/>
            <ac:spMk id="2" creationId="{621A60AF-4A84-9FE7-D97F-C8364D546559}"/>
          </ac:spMkLst>
        </pc:spChg>
        <pc:spChg chg="del mod ord">
          <ac:chgData name="Sakthi Sairam U" userId="S::sakthisairam.u2021@vitstudent.ac.in::f5a67b75-59f0-4567-9989-0023d23cc423" providerId="AD" clId="Web-{F3B6A298-FC78-CF70-B4FA-A3768185693A}" dt="2025-07-31T14:51:16.478" v="198"/>
          <ac:spMkLst>
            <pc:docMk/>
            <pc:sldMk cId="3869656978" sldId="261"/>
            <ac:spMk id="3" creationId="{D15D8735-127B-2175-273A-7BF1AB64053D}"/>
          </ac:spMkLst>
        </pc:spChg>
        <pc:spChg chg="add del">
          <ac:chgData name="Sakthi Sairam U" userId="S::sakthisairam.u2021@vitstudent.ac.in::f5a67b75-59f0-4567-9989-0023d23cc423" providerId="AD" clId="Web-{F3B6A298-FC78-CF70-B4FA-A3768185693A}" dt="2025-07-31T14:52:44.573" v="204"/>
          <ac:spMkLst>
            <pc:docMk/>
            <pc:sldMk cId="3869656978" sldId="261"/>
            <ac:spMk id="9" creationId="{1D63C574-BFD2-41A1-A567-B0C3CC7FDD4F}"/>
          </ac:spMkLst>
        </pc:spChg>
        <pc:spChg chg="add del">
          <ac:chgData name="Sakthi Sairam U" userId="S::sakthisairam.u2021@vitstudent.ac.in::f5a67b75-59f0-4567-9989-0023d23cc423" providerId="AD" clId="Web-{F3B6A298-FC78-CF70-B4FA-A3768185693A}" dt="2025-07-31T14:52:44.573" v="204"/>
          <ac:spMkLst>
            <pc:docMk/>
            <pc:sldMk cId="3869656978" sldId="261"/>
            <ac:spMk id="11" creationId="{E2A46BAB-8C31-42B2-90E8-B26DD3E81D37}"/>
          </ac:spMkLst>
        </pc:spChg>
        <pc:spChg chg="mod">
          <ac:chgData name="Sakthi Sairam U" userId="S::sakthisairam.u2021@vitstudent.ac.in::f5a67b75-59f0-4567-9989-0023d23cc423" providerId="AD" clId="Web-{F3B6A298-FC78-CF70-B4FA-A3768185693A}" dt="2025-07-31T14:51:39.369" v="201"/>
          <ac:spMkLst>
            <pc:docMk/>
            <pc:sldMk cId="3869656978" sldId="261"/>
            <ac:spMk id="15" creationId="{C2580FB0-D146-458C-AF1B-8E8BBF6BBA85}"/>
          </ac:spMkLst>
        </pc:spChg>
        <pc:spChg chg="add">
          <ac:chgData name="Sakthi Sairam U" userId="S::sakthisairam.u2021@vitstudent.ac.in::f5a67b75-59f0-4567-9989-0023d23cc423" providerId="AD" clId="Web-{F3B6A298-FC78-CF70-B4FA-A3768185693A}" dt="2025-07-31T14:52:44.573" v="204"/>
          <ac:spMkLst>
            <pc:docMk/>
            <pc:sldMk cId="3869656978" sldId="261"/>
            <ac:spMk id="29" creationId="{955A2079-FA98-4876-80F0-72364A7D2EA4}"/>
          </ac:spMkLst>
        </pc:spChg>
        <pc:grpChg chg="add del">
          <ac:chgData name="Sakthi Sairam U" userId="S::sakthisairam.u2021@vitstudent.ac.in::f5a67b75-59f0-4567-9989-0023d23cc423" providerId="AD" clId="Web-{F3B6A298-FC78-CF70-B4FA-A3768185693A}" dt="2025-07-31T14:52:44.573" v="204"/>
          <ac:grpSpMkLst>
            <pc:docMk/>
            <pc:sldMk cId="3869656978" sldId="261"/>
            <ac:grpSpMk id="13" creationId="{B3F7A3C7-0737-4E57-B30E-8EEFE638B401}"/>
          </ac:grpSpMkLst>
        </pc:grpChg>
        <pc:grpChg chg="add del">
          <ac:chgData name="Sakthi Sairam U" userId="S::sakthisairam.u2021@vitstudent.ac.in::f5a67b75-59f0-4567-9989-0023d23cc423" providerId="AD" clId="Web-{F3B6A298-FC78-CF70-B4FA-A3768185693A}" dt="2025-07-31T14:52:44.573" v="204"/>
          <ac:grpSpMkLst>
            <pc:docMk/>
            <pc:sldMk cId="3869656978" sldId="261"/>
            <ac:grpSpMk id="17" creationId="{43F5E015-E085-4624-B431-B42414448684}"/>
          </ac:grpSpMkLst>
        </pc:grpChg>
        <pc:graphicFrameChg chg="add mod modGraphic">
          <ac:chgData name="Sakthi Sairam U" userId="S::sakthisairam.u2021@vitstudent.ac.in::f5a67b75-59f0-4567-9989-0023d23cc423" providerId="AD" clId="Web-{F3B6A298-FC78-CF70-B4FA-A3768185693A}" dt="2025-07-31T14:57:16.100" v="303"/>
          <ac:graphicFrameMkLst>
            <pc:docMk/>
            <pc:sldMk cId="3869656978" sldId="261"/>
            <ac:graphicFrameMk id="5" creationId="{24BC2D40-BD14-105A-787B-15A19584938B}"/>
          </ac:graphicFrameMkLst>
        </pc:graphicFrameChg>
      </pc:sldChg>
      <pc:sldChg chg="modSp mod modClrScheme chgLayout">
        <pc:chgData name="Sakthi Sairam U" userId="S::sakthisairam.u2021@vitstudent.ac.in::f5a67b75-59f0-4567-9989-0023d23cc423" providerId="AD" clId="Web-{F3B6A298-FC78-CF70-B4FA-A3768185693A}" dt="2025-07-31T14:32:50.216" v="4"/>
        <pc:sldMkLst>
          <pc:docMk/>
          <pc:sldMk cId="820805091" sldId="262"/>
        </pc:sldMkLst>
        <pc:spChg chg="mod ord">
          <ac:chgData name="Sakthi Sairam U" userId="S::sakthisairam.u2021@vitstudent.ac.in::f5a67b75-59f0-4567-9989-0023d23cc423" providerId="AD" clId="Web-{F3B6A298-FC78-CF70-B4FA-A3768185693A}" dt="2025-07-31T14:32:50.216" v="4"/>
          <ac:spMkLst>
            <pc:docMk/>
            <pc:sldMk cId="820805091" sldId="262"/>
            <ac:spMk id="2" creationId="{ECD2F022-E069-5B04-74C5-F982D46D5EDA}"/>
          </ac:spMkLst>
        </pc:spChg>
        <pc:spChg chg="mod ord">
          <ac:chgData name="Sakthi Sairam U" userId="S::sakthisairam.u2021@vitstudent.ac.in::f5a67b75-59f0-4567-9989-0023d23cc423" providerId="AD" clId="Web-{F3B6A298-FC78-CF70-B4FA-A3768185693A}" dt="2025-07-31T14:32:50.216" v="4"/>
          <ac:spMkLst>
            <pc:docMk/>
            <pc:sldMk cId="820805091" sldId="262"/>
            <ac:spMk id="4" creationId="{0FD08F1A-A729-79E9-015A-23831FF2F7BA}"/>
          </ac:spMkLst>
        </pc:spChg>
      </pc:sldChg>
      <pc:sldChg chg="addSp modSp mod setBg modClrScheme chgLayout">
        <pc:chgData name="Sakthi Sairam U" userId="S::sakthisairam.u2021@vitstudent.ac.in::f5a67b75-59f0-4567-9989-0023d23cc423" providerId="AD" clId="Web-{F3B6A298-FC78-CF70-B4FA-A3768185693A}" dt="2025-07-31T15:05:40.089" v="395" actId="20577"/>
        <pc:sldMkLst>
          <pc:docMk/>
          <pc:sldMk cId="1729207003" sldId="263"/>
        </pc:sldMkLst>
        <pc:spChg chg="mod ord">
          <ac:chgData name="Sakthi Sairam U" userId="S::sakthisairam.u2021@vitstudent.ac.in::f5a67b75-59f0-4567-9989-0023d23cc423" providerId="AD" clId="Web-{F3B6A298-FC78-CF70-B4FA-A3768185693A}" dt="2025-07-31T14:40:58.786" v="67"/>
          <ac:spMkLst>
            <pc:docMk/>
            <pc:sldMk cId="1729207003" sldId="263"/>
            <ac:spMk id="2" creationId="{825E49F1-6AEC-19E8-8C3F-A5870D34B8AD}"/>
          </ac:spMkLst>
        </pc:spChg>
        <pc:spChg chg="mod ord">
          <ac:chgData name="Sakthi Sairam U" userId="S::sakthisairam.u2021@vitstudent.ac.in::f5a67b75-59f0-4567-9989-0023d23cc423" providerId="AD" clId="Web-{F3B6A298-FC78-CF70-B4FA-A3768185693A}" dt="2025-07-31T15:05:40.089" v="395" actId="20577"/>
          <ac:spMkLst>
            <pc:docMk/>
            <pc:sldMk cId="1729207003" sldId="263"/>
            <ac:spMk id="4" creationId="{03EB3692-A579-D1C1-67D1-62CD848295B8}"/>
          </ac:spMkLst>
        </pc:spChg>
        <pc:spChg chg="add">
          <ac:chgData name="Sakthi Sairam U" userId="S::sakthisairam.u2021@vitstudent.ac.in::f5a67b75-59f0-4567-9989-0023d23cc423" providerId="AD" clId="Web-{F3B6A298-FC78-CF70-B4FA-A3768185693A}" dt="2025-07-31T14:40:58.786" v="67"/>
          <ac:spMkLst>
            <pc:docMk/>
            <pc:sldMk cId="1729207003" sldId="263"/>
            <ac:spMk id="9" creationId="{DEE2AD96-B495-4E06-9291-B71706F728CB}"/>
          </ac:spMkLst>
        </pc:spChg>
        <pc:spChg chg="add">
          <ac:chgData name="Sakthi Sairam U" userId="S::sakthisairam.u2021@vitstudent.ac.in::f5a67b75-59f0-4567-9989-0023d23cc423" providerId="AD" clId="Web-{F3B6A298-FC78-CF70-B4FA-A3768185693A}" dt="2025-07-31T14:40:58.786" v="67"/>
          <ac:spMkLst>
            <pc:docMk/>
            <pc:sldMk cId="1729207003" sldId="263"/>
            <ac:spMk id="11" creationId="{53CF6D67-C5A8-4ADD-9E8E-1E38CA1D3166}"/>
          </ac:spMkLst>
        </pc:spChg>
        <pc:spChg chg="add">
          <ac:chgData name="Sakthi Sairam U" userId="S::sakthisairam.u2021@vitstudent.ac.in::f5a67b75-59f0-4567-9989-0023d23cc423" providerId="AD" clId="Web-{F3B6A298-FC78-CF70-B4FA-A3768185693A}" dt="2025-07-31T14:40:58.786" v="67"/>
          <ac:spMkLst>
            <pc:docMk/>
            <pc:sldMk cId="1729207003" sldId="263"/>
            <ac:spMk id="13" creationId="{86909FA0-B515-4681-B7A8-FA281D133B94}"/>
          </ac:spMkLst>
        </pc:spChg>
        <pc:spChg chg="add">
          <ac:chgData name="Sakthi Sairam U" userId="S::sakthisairam.u2021@vitstudent.ac.in::f5a67b75-59f0-4567-9989-0023d23cc423" providerId="AD" clId="Web-{F3B6A298-FC78-CF70-B4FA-A3768185693A}" dt="2025-07-31T14:40:58.786" v="67"/>
          <ac:spMkLst>
            <pc:docMk/>
            <pc:sldMk cId="1729207003" sldId="263"/>
            <ac:spMk id="15" creationId="{21C9FE86-FCC3-4A31-AA1C-C882262B7FE7}"/>
          </ac:spMkLst>
        </pc:spChg>
        <pc:spChg chg="add">
          <ac:chgData name="Sakthi Sairam U" userId="S::sakthisairam.u2021@vitstudent.ac.in::f5a67b75-59f0-4567-9989-0023d23cc423" providerId="AD" clId="Web-{F3B6A298-FC78-CF70-B4FA-A3768185693A}" dt="2025-07-31T14:40:58.786" v="67"/>
          <ac:spMkLst>
            <pc:docMk/>
            <pc:sldMk cId="1729207003" sldId="263"/>
            <ac:spMk id="17" creationId="{7D96243B-ECED-4B71-8E06-AE9A285EAD20}"/>
          </ac:spMkLst>
        </pc:spChg>
        <pc:spChg chg="add">
          <ac:chgData name="Sakthi Sairam U" userId="S::sakthisairam.u2021@vitstudent.ac.in::f5a67b75-59f0-4567-9989-0023d23cc423" providerId="AD" clId="Web-{F3B6A298-FC78-CF70-B4FA-A3768185693A}" dt="2025-07-31T14:40:58.786" v="67"/>
          <ac:spMkLst>
            <pc:docMk/>
            <pc:sldMk cId="1729207003" sldId="263"/>
            <ac:spMk id="19" creationId="{A09989E4-EFDC-4A90-A633-E0525FB4139E}"/>
          </ac:spMkLst>
        </pc:spChg>
      </pc:sldChg>
      <pc:sldChg chg="modSp mod modClrScheme chgLayout">
        <pc:chgData name="Sakthi Sairam U" userId="S::sakthisairam.u2021@vitstudent.ac.in::f5a67b75-59f0-4567-9989-0023d23cc423" providerId="AD" clId="Web-{F3B6A298-FC78-CF70-B4FA-A3768185693A}" dt="2025-07-31T14:32:50.216" v="4"/>
        <pc:sldMkLst>
          <pc:docMk/>
          <pc:sldMk cId="3360685223" sldId="265"/>
        </pc:sldMkLst>
        <pc:spChg chg="mod ord">
          <ac:chgData name="Sakthi Sairam U" userId="S::sakthisairam.u2021@vitstudent.ac.in::f5a67b75-59f0-4567-9989-0023d23cc423" providerId="AD" clId="Web-{F3B6A298-FC78-CF70-B4FA-A3768185693A}" dt="2025-07-31T14:32:50.216" v="4"/>
          <ac:spMkLst>
            <pc:docMk/>
            <pc:sldMk cId="3360685223" sldId="265"/>
            <ac:spMk id="2" creationId="{141EFDC7-60D5-2C0A-DF67-4EE02E5EC318}"/>
          </ac:spMkLst>
        </pc:spChg>
        <pc:spChg chg="mod ord">
          <ac:chgData name="Sakthi Sairam U" userId="S::sakthisairam.u2021@vitstudent.ac.in::f5a67b75-59f0-4567-9989-0023d23cc423" providerId="AD" clId="Web-{F3B6A298-FC78-CF70-B4FA-A3768185693A}" dt="2025-07-31T14:32:50.216" v="4"/>
          <ac:spMkLst>
            <pc:docMk/>
            <pc:sldMk cId="3360685223" sldId="265"/>
            <ac:spMk id="3" creationId="{49E3E033-3CFA-7169-887E-7E3C3208CF63}"/>
          </ac:spMkLst>
        </pc:spChg>
      </pc:sldChg>
      <pc:sldChg chg="modSp mod modClrScheme chgLayout">
        <pc:chgData name="Sakthi Sairam U" userId="S::sakthisairam.u2021@vitstudent.ac.in::f5a67b75-59f0-4567-9989-0023d23cc423" providerId="AD" clId="Web-{F3B6A298-FC78-CF70-B4FA-A3768185693A}" dt="2025-07-31T14:32:50.216" v="4"/>
        <pc:sldMkLst>
          <pc:docMk/>
          <pc:sldMk cId="2122551723" sldId="266"/>
        </pc:sldMkLst>
        <pc:spChg chg="mod ord">
          <ac:chgData name="Sakthi Sairam U" userId="S::sakthisairam.u2021@vitstudent.ac.in::f5a67b75-59f0-4567-9989-0023d23cc423" providerId="AD" clId="Web-{F3B6A298-FC78-CF70-B4FA-A3768185693A}" dt="2025-07-31T14:32:50.216" v="4"/>
          <ac:spMkLst>
            <pc:docMk/>
            <pc:sldMk cId="2122551723" sldId="266"/>
            <ac:spMk id="2" creationId="{870682DF-9B2E-598B-73AA-AC143FE64558}"/>
          </ac:spMkLst>
        </pc:spChg>
        <pc:spChg chg="mod ord">
          <ac:chgData name="Sakthi Sairam U" userId="S::sakthisairam.u2021@vitstudent.ac.in::f5a67b75-59f0-4567-9989-0023d23cc423" providerId="AD" clId="Web-{F3B6A298-FC78-CF70-B4FA-A3768185693A}" dt="2025-07-31T14:32:50.216" v="4"/>
          <ac:spMkLst>
            <pc:docMk/>
            <pc:sldMk cId="2122551723" sldId="266"/>
            <ac:spMk id="3" creationId="{4419E5E9-F4D3-6598-DA47-515EDA7F4656}"/>
          </ac:spMkLst>
        </pc:spChg>
      </pc:sldChg>
      <pc:sldChg chg="addSp delSp modSp mod setBg modClrScheme chgLayout">
        <pc:chgData name="Sakthi Sairam U" userId="S::sakthisairam.u2021@vitstudent.ac.in::f5a67b75-59f0-4567-9989-0023d23cc423" providerId="AD" clId="Web-{F3B6A298-FC78-CF70-B4FA-A3768185693A}" dt="2025-07-31T14:46:29.462" v="149"/>
        <pc:sldMkLst>
          <pc:docMk/>
          <pc:sldMk cId="4193790512" sldId="267"/>
        </pc:sldMkLst>
        <pc:spChg chg="mod ord">
          <ac:chgData name="Sakthi Sairam U" userId="S::sakthisairam.u2021@vitstudent.ac.in::f5a67b75-59f0-4567-9989-0023d23cc423" providerId="AD" clId="Web-{F3B6A298-FC78-CF70-B4FA-A3768185693A}" dt="2025-07-31T14:46:29.462" v="149"/>
          <ac:spMkLst>
            <pc:docMk/>
            <pc:sldMk cId="4193790512" sldId="267"/>
            <ac:spMk id="2" creationId="{048191EA-8069-0C79-128A-3349057AA295}"/>
          </ac:spMkLst>
        </pc:spChg>
        <pc:spChg chg="add del mod ord">
          <ac:chgData name="Sakthi Sairam U" userId="S::sakthisairam.u2021@vitstudent.ac.in::f5a67b75-59f0-4567-9989-0023d23cc423" providerId="AD" clId="Web-{F3B6A298-FC78-CF70-B4FA-A3768185693A}" dt="2025-07-31T14:46:29.462" v="149"/>
          <ac:spMkLst>
            <pc:docMk/>
            <pc:sldMk cId="4193790512" sldId="267"/>
            <ac:spMk id="3" creationId="{E30FA0E3-5125-69F0-B446-F6D59FBACB2D}"/>
          </ac:spMkLst>
        </pc:spChg>
        <pc:spChg chg="add del">
          <ac:chgData name="Sakthi Sairam U" userId="S::sakthisairam.u2021@vitstudent.ac.in::f5a67b75-59f0-4567-9989-0023d23cc423" providerId="AD" clId="Web-{F3B6A298-FC78-CF70-B4FA-A3768185693A}" dt="2025-07-31T14:46:29.462" v="148"/>
          <ac:spMkLst>
            <pc:docMk/>
            <pc:sldMk cId="4193790512" sldId="267"/>
            <ac:spMk id="5" creationId="{5AADD842-7469-481F-AEF2-DDA7D3A9ABB0}"/>
          </ac:spMkLst>
        </pc:spChg>
        <pc:spChg chg="add del">
          <ac:chgData name="Sakthi Sairam U" userId="S::sakthisairam.u2021@vitstudent.ac.in::f5a67b75-59f0-4567-9989-0023d23cc423" providerId="AD" clId="Web-{F3B6A298-FC78-CF70-B4FA-A3768185693A}" dt="2025-07-31T14:46:29.462" v="148"/>
          <ac:spMkLst>
            <pc:docMk/>
            <pc:sldMk cId="4193790512" sldId="267"/>
            <ac:spMk id="6" creationId="{94058847-87A2-48B5-B733-C9FC6F0FF769}"/>
          </ac:spMkLst>
        </pc:spChg>
        <pc:spChg chg="add del">
          <ac:chgData name="Sakthi Sairam U" userId="S::sakthisairam.u2021@vitstudent.ac.in::f5a67b75-59f0-4567-9989-0023d23cc423" providerId="AD" clId="Web-{F3B6A298-FC78-CF70-B4FA-A3768185693A}" dt="2025-07-31T14:46:29.462" v="148"/>
          <ac:spMkLst>
            <pc:docMk/>
            <pc:sldMk cId="4193790512" sldId="267"/>
            <ac:spMk id="7" creationId="{38CE886A-266A-45DB-B141-3271799F49BD}"/>
          </ac:spMkLst>
        </pc:spChg>
        <pc:spChg chg="add del">
          <ac:chgData name="Sakthi Sairam U" userId="S::sakthisairam.u2021@vitstudent.ac.in::f5a67b75-59f0-4567-9989-0023d23cc423" providerId="AD" clId="Web-{F3B6A298-FC78-CF70-B4FA-A3768185693A}" dt="2025-07-31T14:46:11.163" v="146"/>
          <ac:spMkLst>
            <pc:docMk/>
            <pc:sldMk cId="4193790512" sldId="267"/>
            <ac:spMk id="8" creationId="{DAF1966E-FD40-4A4A-B61B-C4DF7FA05F06}"/>
          </ac:spMkLst>
        </pc:spChg>
        <pc:spChg chg="add">
          <ac:chgData name="Sakthi Sairam U" userId="S::sakthisairam.u2021@vitstudent.ac.in::f5a67b75-59f0-4567-9989-0023d23cc423" providerId="AD" clId="Web-{F3B6A298-FC78-CF70-B4FA-A3768185693A}" dt="2025-07-31T14:46:29.462" v="149"/>
          <ac:spMkLst>
            <pc:docMk/>
            <pc:sldMk cId="4193790512" sldId="267"/>
            <ac:spMk id="9" creationId="{2029D5AD-8348-4446-B191-6A9B6FE03F21}"/>
          </ac:spMkLst>
        </pc:spChg>
        <pc:spChg chg="add del">
          <ac:chgData name="Sakthi Sairam U" userId="S::sakthisairam.u2021@vitstudent.ac.in::f5a67b75-59f0-4567-9989-0023d23cc423" providerId="AD" clId="Web-{F3B6A298-FC78-CF70-B4FA-A3768185693A}" dt="2025-07-31T14:46:11.163" v="146"/>
          <ac:spMkLst>
            <pc:docMk/>
            <pc:sldMk cId="4193790512" sldId="267"/>
            <ac:spMk id="10" creationId="{047BFA19-D45E-416B-A404-7AF2F3F27017}"/>
          </ac:spMkLst>
        </pc:spChg>
        <pc:spChg chg="add">
          <ac:chgData name="Sakthi Sairam U" userId="S::sakthisairam.u2021@vitstudent.ac.in::f5a67b75-59f0-4567-9989-0023d23cc423" providerId="AD" clId="Web-{F3B6A298-FC78-CF70-B4FA-A3768185693A}" dt="2025-07-31T14:46:29.462" v="149"/>
          <ac:spMkLst>
            <pc:docMk/>
            <pc:sldMk cId="4193790512" sldId="267"/>
            <ac:spMk id="11" creationId="{A3F395A2-2B64-4749-BD93-2F159C7E1FB5}"/>
          </ac:spMkLst>
        </pc:spChg>
        <pc:spChg chg="add del">
          <ac:chgData name="Sakthi Sairam U" userId="S::sakthisairam.u2021@vitstudent.ac.in::f5a67b75-59f0-4567-9989-0023d23cc423" providerId="AD" clId="Web-{F3B6A298-FC78-CF70-B4FA-A3768185693A}" dt="2025-07-31T14:46:11.163" v="146"/>
          <ac:spMkLst>
            <pc:docMk/>
            <pc:sldMk cId="4193790512" sldId="267"/>
            <ac:spMk id="12" creationId="{8E0105E7-23DB-4CF2-8258-FF47C7620F6E}"/>
          </ac:spMkLst>
        </pc:spChg>
        <pc:spChg chg="add">
          <ac:chgData name="Sakthi Sairam U" userId="S::sakthisairam.u2021@vitstudent.ac.in::f5a67b75-59f0-4567-9989-0023d23cc423" providerId="AD" clId="Web-{F3B6A298-FC78-CF70-B4FA-A3768185693A}" dt="2025-07-31T14:46:29.462" v="149"/>
          <ac:spMkLst>
            <pc:docMk/>
            <pc:sldMk cId="4193790512" sldId="267"/>
            <ac:spMk id="13" creationId="{5CF0135B-EAB8-4CA0-896C-2D897ECD28BC}"/>
          </ac:spMkLst>
        </pc:spChg>
        <pc:spChg chg="add del">
          <ac:chgData name="Sakthi Sairam U" userId="S::sakthisairam.u2021@vitstudent.ac.in::f5a67b75-59f0-4567-9989-0023d23cc423" providerId="AD" clId="Web-{F3B6A298-FC78-CF70-B4FA-A3768185693A}" dt="2025-07-31T14:46:11.163" v="146"/>
          <ac:spMkLst>
            <pc:docMk/>
            <pc:sldMk cId="4193790512" sldId="267"/>
            <ac:spMk id="14" creationId="{074B4F7D-14B2-478B-8BF5-01E4E0C5D263}"/>
          </ac:spMkLst>
        </pc:spChg>
        <pc:spChg chg="add">
          <ac:chgData name="Sakthi Sairam U" userId="S::sakthisairam.u2021@vitstudent.ac.in::f5a67b75-59f0-4567-9989-0023d23cc423" providerId="AD" clId="Web-{F3B6A298-FC78-CF70-B4FA-A3768185693A}" dt="2025-07-31T14:46:29.462" v="149"/>
          <ac:spMkLst>
            <pc:docMk/>
            <pc:sldMk cId="4193790512" sldId="267"/>
            <ac:spMk id="15" creationId="{92C3387C-D24F-4737-8A37-1DC5CFF09CFA}"/>
          </ac:spMkLst>
        </pc:spChg>
        <pc:spChg chg="add">
          <ac:chgData name="Sakthi Sairam U" userId="S::sakthisairam.u2021@vitstudent.ac.in::f5a67b75-59f0-4567-9989-0023d23cc423" providerId="AD" clId="Web-{F3B6A298-FC78-CF70-B4FA-A3768185693A}" dt="2025-07-31T14:46:29.462" v="149"/>
          <ac:spMkLst>
            <pc:docMk/>
            <pc:sldMk cId="4193790512" sldId="267"/>
            <ac:spMk id="16" creationId="{E30FA0E3-5125-69F0-B446-F6D59FBACB2D}"/>
          </ac:spMkLst>
        </pc:spChg>
      </pc:sldChg>
      <pc:sldChg chg="modSp add replId">
        <pc:chgData name="Sakthi Sairam U" userId="S::sakthisairam.u2021@vitstudent.ac.in::f5a67b75-59f0-4567-9989-0023d23cc423" providerId="AD" clId="Web-{F3B6A298-FC78-CF70-B4FA-A3768185693A}" dt="2025-07-31T15:05:03.509" v="393" actId="20577"/>
        <pc:sldMkLst>
          <pc:docMk/>
          <pc:sldMk cId="341459558" sldId="268"/>
        </pc:sldMkLst>
        <pc:spChg chg="mod">
          <ac:chgData name="Sakthi Sairam U" userId="S::sakthisairam.u2021@vitstudent.ac.in::f5a67b75-59f0-4567-9989-0023d23cc423" providerId="AD" clId="Web-{F3B6A298-FC78-CF70-B4FA-A3768185693A}" dt="2025-07-31T15:04:56.040" v="391" actId="20577"/>
          <ac:spMkLst>
            <pc:docMk/>
            <pc:sldMk cId="341459558" sldId="268"/>
            <ac:spMk id="2" creationId="{F19CB78D-7AA0-C062-06B6-135F781198F4}"/>
          </ac:spMkLst>
        </pc:spChg>
        <pc:spChg chg="mod">
          <ac:chgData name="Sakthi Sairam U" userId="S::sakthisairam.u2021@vitstudent.ac.in::f5a67b75-59f0-4567-9989-0023d23cc423" providerId="AD" clId="Web-{F3B6A298-FC78-CF70-B4FA-A3768185693A}" dt="2025-07-31T15:05:03.509" v="393" actId="20577"/>
          <ac:spMkLst>
            <pc:docMk/>
            <pc:sldMk cId="341459558" sldId="268"/>
            <ac:spMk id="16" creationId="{41C9A52D-539E-CFAA-B56B-034A887F539D}"/>
          </ac:spMkLst>
        </pc:spChg>
      </pc:sldChg>
      <pc:sldChg chg="modSp add replId">
        <pc:chgData name="Sakthi Sairam U" userId="S::sakthisairam.u2021@vitstudent.ac.in::f5a67b75-59f0-4567-9989-0023d23cc423" providerId="AD" clId="Web-{F3B6A298-FC78-CF70-B4FA-A3768185693A}" dt="2025-07-31T15:05:07.369" v="394" actId="20577"/>
        <pc:sldMkLst>
          <pc:docMk/>
          <pc:sldMk cId="2258297326" sldId="269"/>
        </pc:sldMkLst>
        <pc:spChg chg="mod">
          <ac:chgData name="Sakthi Sairam U" userId="S::sakthisairam.u2021@vitstudent.ac.in::f5a67b75-59f0-4567-9989-0023d23cc423" providerId="AD" clId="Web-{F3B6A298-FC78-CF70-B4FA-A3768185693A}" dt="2025-07-31T15:04:59.822" v="392" actId="20577"/>
          <ac:spMkLst>
            <pc:docMk/>
            <pc:sldMk cId="2258297326" sldId="269"/>
            <ac:spMk id="2" creationId="{EEF9DF73-BDBC-44D0-F722-60C14FF307D5}"/>
          </ac:spMkLst>
        </pc:spChg>
        <pc:spChg chg="mod">
          <ac:chgData name="Sakthi Sairam U" userId="S::sakthisairam.u2021@vitstudent.ac.in::f5a67b75-59f0-4567-9989-0023d23cc423" providerId="AD" clId="Web-{F3B6A298-FC78-CF70-B4FA-A3768185693A}" dt="2025-07-31T15:05:07.369" v="394" actId="20577"/>
          <ac:spMkLst>
            <pc:docMk/>
            <pc:sldMk cId="2258297326" sldId="269"/>
            <ac:spMk id="16" creationId="{3949267E-FBE2-897E-880C-F1B932DC56F4}"/>
          </ac:spMkLst>
        </pc:spChg>
      </pc:sldChg>
      <pc:sldChg chg="addSp delSp modSp add mod replId setBg modClrScheme chgLayout">
        <pc:chgData name="Sakthi Sairam U" userId="S::sakthisairam.u2021@vitstudent.ac.in::f5a67b75-59f0-4567-9989-0023d23cc423" providerId="AD" clId="Web-{F3B6A298-FC78-CF70-B4FA-A3768185693A}" dt="2025-07-31T15:04:40.774" v="389"/>
        <pc:sldMkLst>
          <pc:docMk/>
          <pc:sldMk cId="3039282677" sldId="270"/>
        </pc:sldMkLst>
        <pc:spChg chg="mod ord">
          <ac:chgData name="Sakthi Sairam U" userId="S::sakthisairam.u2021@vitstudent.ac.in::f5a67b75-59f0-4567-9989-0023d23cc423" providerId="AD" clId="Web-{F3B6A298-FC78-CF70-B4FA-A3768185693A}" dt="2025-07-31T15:00:19.620" v="322"/>
          <ac:spMkLst>
            <pc:docMk/>
            <pc:sldMk cId="3039282677" sldId="270"/>
            <ac:spMk id="2" creationId="{8BEBBBD0-4096-8D28-7D40-ED8EF684B29F}"/>
          </ac:spMkLst>
        </pc:spChg>
        <pc:spChg chg="add del mod ord">
          <ac:chgData name="Sakthi Sairam U" userId="S::sakthisairam.u2021@vitstudent.ac.in::f5a67b75-59f0-4567-9989-0023d23cc423" providerId="AD" clId="Web-{F3B6A298-FC78-CF70-B4FA-A3768185693A}" dt="2025-07-31T14:58:41.524" v="306"/>
          <ac:spMkLst>
            <pc:docMk/>
            <pc:sldMk cId="3039282677" sldId="270"/>
            <ac:spMk id="3" creationId="{52A17575-F701-9324-A22C-C128FC699E28}"/>
          </ac:spMkLst>
        </pc:spChg>
        <pc:spChg chg="mod ord">
          <ac:chgData name="Sakthi Sairam U" userId="S::sakthisairam.u2021@vitstudent.ac.in::f5a67b75-59f0-4567-9989-0023d23cc423" providerId="AD" clId="Web-{F3B6A298-FC78-CF70-B4FA-A3768185693A}" dt="2025-07-31T15:02:57.314" v="371" actId="14100"/>
          <ac:spMkLst>
            <pc:docMk/>
            <pc:sldMk cId="3039282677" sldId="270"/>
            <ac:spMk id="4" creationId="{C0F06CFA-2057-16EC-B499-5EF8A056DEAB}"/>
          </ac:spMkLst>
        </pc:spChg>
        <pc:spChg chg="del mod">
          <ac:chgData name="Sakthi Sairam U" userId="S::sakthisairam.u2021@vitstudent.ac.in::f5a67b75-59f0-4567-9989-0023d23cc423" providerId="AD" clId="Web-{F3B6A298-FC78-CF70-B4FA-A3768185693A}" dt="2025-07-31T14:59:00.774" v="310"/>
          <ac:spMkLst>
            <pc:docMk/>
            <pc:sldMk cId="3039282677" sldId="270"/>
            <ac:spMk id="5" creationId="{C48EFF64-6FEA-6CFB-A40E-D004024EC270}"/>
          </ac:spMkLst>
        </pc:spChg>
        <pc:spChg chg="add del mod ord">
          <ac:chgData name="Sakthi Sairam U" userId="S::sakthisairam.u2021@vitstudent.ac.in::f5a67b75-59f0-4567-9989-0023d23cc423" providerId="AD" clId="Web-{F3B6A298-FC78-CF70-B4FA-A3768185693A}" dt="2025-07-31T14:58:41.524" v="306"/>
          <ac:spMkLst>
            <pc:docMk/>
            <pc:sldMk cId="3039282677" sldId="270"/>
            <ac:spMk id="6" creationId="{C7FCF13E-E9F5-6C53-1D87-89344D935CFB}"/>
          </ac:spMkLst>
        </pc:spChg>
        <pc:spChg chg="del">
          <ac:chgData name="Sakthi Sairam U" userId="S::sakthisairam.u2021@vitstudent.ac.in::f5a67b75-59f0-4567-9989-0023d23cc423" providerId="AD" clId="Web-{F3B6A298-FC78-CF70-B4FA-A3768185693A}" dt="2025-07-31T14:59:25.150" v="321"/>
          <ac:spMkLst>
            <pc:docMk/>
            <pc:sldMk cId="3039282677" sldId="270"/>
            <ac:spMk id="7" creationId="{EBE8E5F8-3725-F3A0-ED30-E163C1AEE283}"/>
          </ac:spMkLst>
        </pc:spChg>
        <pc:spChg chg="add mod ord">
          <ac:chgData name="Sakthi Sairam U" userId="S::sakthisairam.u2021@vitstudent.ac.in::f5a67b75-59f0-4567-9989-0023d23cc423" providerId="AD" clId="Web-{F3B6A298-FC78-CF70-B4FA-A3768185693A}" dt="2025-07-31T15:03:48.411" v="383" actId="1076"/>
          <ac:spMkLst>
            <pc:docMk/>
            <pc:sldMk cId="3039282677" sldId="270"/>
            <ac:spMk id="8" creationId="{88CF1376-51C0-5E7E-5313-4A68485B5332}"/>
          </ac:spMkLst>
        </pc:spChg>
        <pc:spChg chg="add del mod">
          <ac:chgData name="Sakthi Sairam U" userId="S::sakthisairam.u2021@vitstudent.ac.in::f5a67b75-59f0-4567-9989-0023d23cc423" providerId="AD" clId="Web-{F3B6A298-FC78-CF70-B4FA-A3768185693A}" dt="2025-07-31T14:59:07.649" v="315"/>
          <ac:spMkLst>
            <pc:docMk/>
            <pc:sldMk cId="3039282677" sldId="270"/>
            <ac:spMk id="9" creationId="{DB6C6088-33CC-5396-DF0C-3173AD38DE0B}"/>
          </ac:spMkLst>
        </pc:spChg>
        <pc:spChg chg="add mod">
          <ac:chgData name="Sakthi Sairam U" userId="S::sakthisairam.u2021@vitstudent.ac.in::f5a67b75-59f0-4567-9989-0023d23cc423" providerId="AD" clId="Web-{F3B6A298-FC78-CF70-B4FA-A3768185693A}" dt="2025-07-31T15:00:27.385" v="323"/>
          <ac:spMkLst>
            <pc:docMk/>
            <pc:sldMk cId="3039282677" sldId="270"/>
            <ac:spMk id="13" creationId="{21739CA5-F0F5-48E1-8E8C-F24B71827E46}"/>
          </ac:spMkLst>
        </pc:spChg>
        <pc:spChg chg="add">
          <ac:chgData name="Sakthi Sairam U" userId="S::sakthisairam.u2021@vitstudent.ac.in::f5a67b75-59f0-4567-9989-0023d23cc423" providerId="AD" clId="Web-{F3B6A298-FC78-CF70-B4FA-A3768185693A}" dt="2025-07-31T15:00:19.620" v="322"/>
          <ac:spMkLst>
            <pc:docMk/>
            <pc:sldMk cId="3039282677" sldId="270"/>
            <ac:spMk id="15" creationId="{3EAD2937-F230-41D4-B9C5-975B129BFC20}"/>
          </ac:spMkLst>
        </pc:spChg>
        <pc:spChg chg="add mod">
          <ac:chgData name="Sakthi Sairam U" userId="S::sakthisairam.u2021@vitstudent.ac.in::f5a67b75-59f0-4567-9989-0023d23cc423" providerId="AD" clId="Web-{F3B6A298-FC78-CF70-B4FA-A3768185693A}" dt="2025-07-31T15:00:50.386" v="326"/>
          <ac:spMkLst>
            <pc:docMk/>
            <pc:sldMk cId="3039282677" sldId="270"/>
            <ac:spMk id="17" creationId="{CCD444A3-C338-4886-B7F1-4BA2AF46EB64}"/>
          </ac:spMkLst>
        </pc:spChg>
        <pc:cxnChg chg="add mod">
          <ac:chgData name="Sakthi Sairam U" userId="S::sakthisairam.u2021@vitstudent.ac.in::f5a67b75-59f0-4567-9989-0023d23cc423" providerId="AD" clId="Web-{F3B6A298-FC78-CF70-B4FA-A3768185693A}" dt="2025-07-31T15:04:40.774" v="389"/>
          <ac:cxnSpMkLst>
            <pc:docMk/>
            <pc:sldMk cId="3039282677" sldId="270"/>
            <ac:cxnSpMk id="11" creationId="{DA1B09FE-FFA9-1BA0-596D-48AA44D32B34}"/>
          </ac:cxnSpMkLst>
        </pc:cxnChg>
      </pc:sldChg>
      <pc:sldMasterChg chg="del delSldLayout">
        <pc:chgData name="Sakthi Sairam U" userId="S::sakthisairam.u2021@vitstudent.ac.in::f5a67b75-59f0-4567-9989-0023d23cc423" providerId="AD" clId="Web-{F3B6A298-FC78-CF70-B4FA-A3768185693A}" dt="2025-07-31T14:32:34.278" v="2"/>
        <pc:sldMasterMkLst>
          <pc:docMk/>
          <pc:sldMasterMk cId="3907841990" sldId="2147483690"/>
        </pc:sldMasterMkLst>
        <pc:sldLayoutChg chg="del">
          <pc:chgData name="Sakthi Sairam U" userId="S::sakthisairam.u2021@vitstudent.ac.in::f5a67b75-59f0-4567-9989-0023d23cc423" providerId="AD" clId="Web-{F3B6A298-FC78-CF70-B4FA-A3768185693A}" dt="2025-07-31T14:32:34.278" v="2"/>
          <pc:sldLayoutMkLst>
            <pc:docMk/>
            <pc:sldMasterMk cId="3907841990" sldId="2147483690"/>
            <pc:sldLayoutMk cId="2350743857" sldId="2147483691"/>
          </pc:sldLayoutMkLst>
        </pc:sldLayoutChg>
        <pc:sldLayoutChg chg="del">
          <pc:chgData name="Sakthi Sairam U" userId="S::sakthisairam.u2021@vitstudent.ac.in::f5a67b75-59f0-4567-9989-0023d23cc423" providerId="AD" clId="Web-{F3B6A298-FC78-CF70-B4FA-A3768185693A}" dt="2025-07-31T14:32:34.278" v="2"/>
          <pc:sldLayoutMkLst>
            <pc:docMk/>
            <pc:sldMasterMk cId="3907841990" sldId="2147483690"/>
            <pc:sldLayoutMk cId="3644724846" sldId="2147483692"/>
          </pc:sldLayoutMkLst>
        </pc:sldLayoutChg>
        <pc:sldLayoutChg chg="del">
          <pc:chgData name="Sakthi Sairam U" userId="S::sakthisairam.u2021@vitstudent.ac.in::f5a67b75-59f0-4567-9989-0023d23cc423" providerId="AD" clId="Web-{F3B6A298-FC78-CF70-B4FA-A3768185693A}" dt="2025-07-31T14:32:34.278" v="2"/>
          <pc:sldLayoutMkLst>
            <pc:docMk/>
            <pc:sldMasterMk cId="3907841990" sldId="2147483690"/>
            <pc:sldLayoutMk cId="2389632556" sldId="2147483693"/>
          </pc:sldLayoutMkLst>
        </pc:sldLayoutChg>
        <pc:sldLayoutChg chg="del">
          <pc:chgData name="Sakthi Sairam U" userId="S::sakthisairam.u2021@vitstudent.ac.in::f5a67b75-59f0-4567-9989-0023d23cc423" providerId="AD" clId="Web-{F3B6A298-FC78-CF70-B4FA-A3768185693A}" dt="2025-07-31T14:32:34.278" v="2"/>
          <pc:sldLayoutMkLst>
            <pc:docMk/>
            <pc:sldMasterMk cId="3907841990" sldId="2147483690"/>
            <pc:sldLayoutMk cId="3198016548" sldId="2147483694"/>
          </pc:sldLayoutMkLst>
        </pc:sldLayoutChg>
        <pc:sldLayoutChg chg="del">
          <pc:chgData name="Sakthi Sairam U" userId="S::sakthisairam.u2021@vitstudent.ac.in::f5a67b75-59f0-4567-9989-0023d23cc423" providerId="AD" clId="Web-{F3B6A298-FC78-CF70-B4FA-A3768185693A}" dt="2025-07-31T14:32:34.278" v="2"/>
          <pc:sldLayoutMkLst>
            <pc:docMk/>
            <pc:sldMasterMk cId="3907841990" sldId="2147483690"/>
            <pc:sldLayoutMk cId="516341330" sldId="2147483695"/>
          </pc:sldLayoutMkLst>
        </pc:sldLayoutChg>
        <pc:sldLayoutChg chg="del">
          <pc:chgData name="Sakthi Sairam U" userId="S::sakthisairam.u2021@vitstudent.ac.in::f5a67b75-59f0-4567-9989-0023d23cc423" providerId="AD" clId="Web-{F3B6A298-FC78-CF70-B4FA-A3768185693A}" dt="2025-07-31T14:32:34.278" v="2"/>
          <pc:sldLayoutMkLst>
            <pc:docMk/>
            <pc:sldMasterMk cId="3907841990" sldId="2147483690"/>
            <pc:sldLayoutMk cId="2761091247" sldId="2147483696"/>
          </pc:sldLayoutMkLst>
        </pc:sldLayoutChg>
        <pc:sldLayoutChg chg="del">
          <pc:chgData name="Sakthi Sairam U" userId="S::sakthisairam.u2021@vitstudent.ac.in::f5a67b75-59f0-4567-9989-0023d23cc423" providerId="AD" clId="Web-{F3B6A298-FC78-CF70-B4FA-A3768185693A}" dt="2025-07-31T14:32:34.278" v="2"/>
          <pc:sldLayoutMkLst>
            <pc:docMk/>
            <pc:sldMasterMk cId="3907841990" sldId="2147483690"/>
            <pc:sldLayoutMk cId="674717595" sldId="2147483697"/>
          </pc:sldLayoutMkLst>
        </pc:sldLayoutChg>
        <pc:sldLayoutChg chg="del">
          <pc:chgData name="Sakthi Sairam U" userId="S::sakthisairam.u2021@vitstudent.ac.in::f5a67b75-59f0-4567-9989-0023d23cc423" providerId="AD" clId="Web-{F3B6A298-FC78-CF70-B4FA-A3768185693A}" dt="2025-07-31T14:32:34.278" v="2"/>
          <pc:sldLayoutMkLst>
            <pc:docMk/>
            <pc:sldMasterMk cId="3907841990" sldId="2147483690"/>
            <pc:sldLayoutMk cId="3122294605" sldId="2147483698"/>
          </pc:sldLayoutMkLst>
        </pc:sldLayoutChg>
        <pc:sldLayoutChg chg="del">
          <pc:chgData name="Sakthi Sairam U" userId="S::sakthisairam.u2021@vitstudent.ac.in::f5a67b75-59f0-4567-9989-0023d23cc423" providerId="AD" clId="Web-{F3B6A298-FC78-CF70-B4FA-A3768185693A}" dt="2025-07-31T14:32:34.278" v="2"/>
          <pc:sldLayoutMkLst>
            <pc:docMk/>
            <pc:sldMasterMk cId="3907841990" sldId="2147483690"/>
            <pc:sldLayoutMk cId="2696801137" sldId="2147483699"/>
          </pc:sldLayoutMkLst>
        </pc:sldLayoutChg>
        <pc:sldLayoutChg chg="del">
          <pc:chgData name="Sakthi Sairam U" userId="S::sakthisairam.u2021@vitstudent.ac.in::f5a67b75-59f0-4567-9989-0023d23cc423" providerId="AD" clId="Web-{F3B6A298-FC78-CF70-B4FA-A3768185693A}" dt="2025-07-31T14:32:34.278" v="2"/>
          <pc:sldLayoutMkLst>
            <pc:docMk/>
            <pc:sldMasterMk cId="3907841990" sldId="2147483690"/>
            <pc:sldLayoutMk cId="1494005218" sldId="2147483700"/>
          </pc:sldLayoutMkLst>
        </pc:sldLayoutChg>
        <pc:sldLayoutChg chg="del">
          <pc:chgData name="Sakthi Sairam U" userId="S::sakthisairam.u2021@vitstudent.ac.in::f5a67b75-59f0-4567-9989-0023d23cc423" providerId="AD" clId="Web-{F3B6A298-FC78-CF70-B4FA-A3768185693A}" dt="2025-07-31T14:32:34.278" v="2"/>
          <pc:sldLayoutMkLst>
            <pc:docMk/>
            <pc:sldMasterMk cId="3907841990" sldId="2147483690"/>
            <pc:sldLayoutMk cId="3381831105" sldId="2147483701"/>
          </pc:sldLayoutMkLst>
        </pc:sldLayoutChg>
        <pc:sldLayoutChg chg="del">
          <pc:chgData name="Sakthi Sairam U" userId="S::sakthisairam.u2021@vitstudent.ac.in::f5a67b75-59f0-4567-9989-0023d23cc423" providerId="AD" clId="Web-{F3B6A298-FC78-CF70-B4FA-A3768185693A}" dt="2025-07-31T14:32:34.278" v="2"/>
          <pc:sldLayoutMkLst>
            <pc:docMk/>
            <pc:sldMasterMk cId="3907841990" sldId="2147483690"/>
            <pc:sldLayoutMk cId="3170048852" sldId="2147483702"/>
          </pc:sldLayoutMkLst>
        </pc:sldLayoutChg>
        <pc:sldLayoutChg chg="del">
          <pc:chgData name="Sakthi Sairam U" userId="S::sakthisairam.u2021@vitstudent.ac.in::f5a67b75-59f0-4567-9989-0023d23cc423" providerId="AD" clId="Web-{F3B6A298-FC78-CF70-B4FA-A3768185693A}" dt="2025-07-31T14:32:34.278" v="2"/>
          <pc:sldLayoutMkLst>
            <pc:docMk/>
            <pc:sldMasterMk cId="3907841990" sldId="2147483690"/>
            <pc:sldLayoutMk cId="2079348265" sldId="2147483703"/>
          </pc:sldLayoutMkLst>
        </pc:sldLayoutChg>
        <pc:sldLayoutChg chg="del">
          <pc:chgData name="Sakthi Sairam U" userId="S::sakthisairam.u2021@vitstudent.ac.in::f5a67b75-59f0-4567-9989-0023d23cc423" providerId="AD" clId="Web-{F3B6A298-FC78-CF70-B4FA-A3768185693A}" dt="2025-07-31T14:32:34.278" v="2"/>
          <pc:sldLayoutMkLst>
            <pc:docMk/>
            <pc:sldMasterMk cId="3907841990" sldId="2147483690"/>
            <pc:sldLayoutMk cId="3439385360" sldId="2147483704"/>
          </pc:sldLayoutMkLst>
        </pc:sldLayoutChg>
        <pc:sldLayoutChg chg="del">
          <pc:chgData name="Sakthi Sairam U" userId="S::sakthisairam.u2021@vitstudent.ac.in::f5a67b75-59f0-4567-9989-0023d23cc423" providerId="AD" clId="Web-{F3B6A298-FC78-CF70-B4FA-A3768185693A}" dt="2025-07-31T14:32:34.278" v="2"/>
          <pc:sldLayoutMkLst>
            <pc:docMk/>
            <pc:sldMasterMk cId="3907841990" sldId="2147483690"/>
            <pc:sldLayoutMk cId="605421706" sldId="2147483705"/>
          </pc:sldLayoutMkLst>
        </pc:sldLayoutChg>
        <pc:sldLayoutChg chg="del">
          <pc:chgData name="Sakthi Sairam U" userId="S::sakthisairam.u2021@vitstudent.ac.in::f5a67b75-59f0-4567-9989-0023d23cc423" providerId="AD" clId="Web-{F3B6A298-FC78-CF70-B4FA-A3768185693A}" dt="2025-07-31T14:32:34.278" v="2"/>
          <pc:sldLayoutMkLst>
            <pc:docMk/>
            <pc:sldMasterMk cId="3907841990" sldId="2147483690"/>
            <pc:sldLayoutMk cId="3506672402" sldId="2147483706"/>
          </pc:sldLayoutMkLst>
        </pc:sldLayoutChg>
        <pc:sldLayoutChg chg="del">
          <pc:chgData name="Sakthi Sairam U" userId="S::sakthisairam.u2021@vitstudent.ac.in::f5a67b75-59f0-4567-9989-0023d23cc423" providerId="AD" clId="Web-{F3B6A298-FC78-CF70-B4FA-A3768185693A}" dt="2025-07-31T14:32:34.278" v="2"/>
          <pc:sldLayoutMkLst>
            <pc:docMk/>
            <pc:sldMasterMk cId="3907841990" sldId="2147483690"/>
            <pc:sldLayoutMk cId="1400945175" sldId="2147483707"/>
          </pc:sldLayoutMkLst>
        </pc:sldLayoutChg>
      </pc:sldMasterChg>
      <pc:sldMasterChg chg="add del addSldLayout delSldLayout modSldLayout">
        <pc:chgData name="Sakthi Sairam U" userId="S::sakthisairam.u2021@vitstudent.ac.in::f5a67b75-59f0-4567-9989-0023d23cc423" providerId="AD" clId="Web-{F3B6A298-FC78-CF70-B4FA-A3768185693A}" dt="2025-07-31T14:32:45.794" v="3"/>
        <pc:sldMasterMkLst>
          <pc:docMk/>
          <pc:sldMasterMk cId="886466464" sldId="2147483708"/>
        </pc:sldMasterMkLst>
        <pc:sldLayoutChg chg="add del mod replId">
          <pc:chgData name="Sakthi Sairam U" userId="S::sakthisairam.u2021@vitstudent.ac.in::f5a67b75-59f0-4567-9989-0023d23cc423" providerId="AD" clId="Web-{F3B6A298-FC78-CF70-B4FA-A3768185693A}" dt="2025-07-31T14:32:45.794" v="3"/>
          <pc:sldLayoutMkLst>
            <pc:docMk/>
            <pc:sldMasterMk cId="886466464" sldId="2147483708"/>
            <pc:sldLayoutMk cId="2846567421" sldId="2147483709"/>
          </pc:sldLayoutMkLst>
        </pc:sldLayoutChg>
        <pc:sldLayoutChg chg="add del mod replId">
          <pc:chgData name="Sakthi Sairam U" userId="S::sakthisairam.u2021@vitstudent.ac.in::f5a67b75-59f0-4567-9989-0023d23cc423" providerId="AD" clId="Web-{F3B6A298-FC78-CF70-B4FA-A3768185693A}" dt="2025-07-31T14:32:45.794" v="3"/>
          <pc:sldLayoutMkLst>
            <pc:docMk/>
            <pc:sldMasterMk cId="886466464" sldId="2147483708"/>
            <pc:sldLayoutMk cId="3850643139" sldId="2147483710"/>
          </pc:sldLayoutMkLst>
        </pc:sldLayoutChg>
        <pc:sldLayoutChg chg="add del mod replId">
          <pc:chgData name="Sakthi Sairam U" userId="S::sakthisairam.u2021@vitstudent.ac.in::f5a67b75-59f0-4567-9989-0023d23cc423" providerId="AD" clId="Web-{F3B6A298-FC78-CF70-B4FA-A3768185693A}" dt="2025-07-31T14:32:45.794" v="3"/>
          <pc:sldLayoutMkLst>
            <pc:docMk/>
            <pc:sldMasterMk cId="886466464" sldId="2147483708"/>
            <pc:sldLayoutMk cId="599517157" sldId="2147483711"/>
          </pc:sldLayoutMkLst>
        </pc:sldLayoutChg>
        <pc:sldLayoutChg chg="add del mod replId">
          <pc:chgData name="Sakthi Sairam U" userId="S::sakthisairam.u2021@vitstudent.ac.in::f5a67b75-59f0-4567-9989-0023d23cc423" providerId="AD" clId="Web-{F3B6A298-FC78-CF70-B4FA-A3768185693A}" dt="2025-07-31T14:32:45.794" v="3"/>
          <pc:sldLayoutMkLst>
            <pc:docMk/>
            <pc:sldMasterMk cId="886466464" sldId="2147483708"/>
            <pc:sldLayoutMk cId="2286014505" sldId="2147483712"/>
          </pc:sldLayoutMkLst>
        </pc:sldLayoutChg>
        <pc:sldLayoutChg chg="add del mod replId">
          <pc:chgData name="Sakthi Sairam U" userId="S::sakthisairam.u2021@vitstudent.ac.in::f5a67b75-59f0-4567-9989-0023d23cc423" providerId="AD" clId="Web-{F3B6A298-FC78-CF70-B4FA-A3768185693A}" dt="2025-07-31T14:32:45.794" v="3"/>
          <pc:sldLayoutMkLst>
            <pc:docMk/>
            <pc:sldMasterMk cId="886466464" sldId="2147483708"/>
            <pc:sldLayoutMk cId="951897703" sldId="2147483713"/>
          </pc:sldLayoutMkLst>
        </pc:sldLayoutChg>
        <pc:sldLayoutChg chg="add del mod replId">
          <pc:chgData name="Sakthi Sairam U" userId="S::sakthisairam.u2021@vitstudent.ac.in::f5a67b75-59f0-4567-9989-0023d23cc423" providerId="AD" clId="Web-{F3B6A298-FC78-CF70-B4FA-A3768185693A}" dt="2025-07-31T14:32:45.794" v="3"/>
          <pc:sldLayoutMkLst>
            <pc:docMk/>
            <pc:sldMasterMk cId="886466464" sldId="2147483708"/>
            <pc:sldLayoutMk cId="273698585" sldId="2147483714"/>
          </pc:sldLayoutMkLst>
        </pc:sldLayoutChg>
        <pc:sldLayoutChg chg="add del mod replId">
          <pc:chgData name="Sakthi Sairam U" userId="S::sakthisairam.u2021@vitstudent.ac.in::f5a67b75-59f0-4567-9989-0023d23cc423" providerId="AD" clId="Web-{F3B6A298-FC78-CF70-B4FA-A3768185693A}" dt="2025-07-31T14:32:45.794" v="3"/>
          <pc:sldLayoutMkLst>
            <pc:docMk/>
            <pc:sldMasterMk cId="886466464" sldId="2147483708"/>
            <pc:sldLayoutMk cId="262469705" sldId="2147483715"/>
          </pc:sldLayoutMkLst>
        </pc:sldLayoutChg>
        <pc:sldLayoutChg chg="add del mod replId">
          <pc:chgData name="Sakthi Sairam U" userId="S::sakthisairam.u2021@vitstudent.ac.in::f5a67b75-59f0-4567-9989-0023d23cc423" providerId="AD" clId="Web-{F3B6A298-FC78-CF70-B4FA-A3768185693A}" dt="2025-07-31T14:32:45.794" v="3"/>
          <pc:sldLayoutMkLst>
            <pc:docMk/>
            <pc:sldMasterMk cId="886466464" sldId="2147483708"/>
            <pc:sldLayoutMk cId="1595938724" sldId="2147483716"/>
          </pc:sldLayoutMkLst>
        </pc:sldLayoutChg>
        <pc:sldLayoutChg chg="add del mod replId">
          <pc:chgData name="Sakthi Sairam U" userId="S::sakthisairam.u2021@vitstudent.ac.in::f5a67b75-59f0-4567-9989-0023d23cc423" providerId="AD" clId="Web-{F3B6A298-FC78-CF70-B4FA-A3768185693A}" dt="2025-07-31T14:32:45.794" v="3"/>
          <pc:sldLayoutMkLst>
            <pc:docMk/>
            <pc:sldMasterMk cId="886466464" sldId="2147483708"/>
            <pc:sldLayoutMk cId="1039409220" sldId="2147483717"/>
          </pc:sldLayoutMkLst>
        </pc:sldLayoutChg>
        <pc:sldLayoutChg chg="add del mod replId">
          <pc:chgData name="Sakthi Sairam U" userId="S::sakthisairam.u2021@vitstudent.ac.in::f5a67b75-59f0-4567-9989-0023d23cc423" providerId="AD" clId="Web-{F3B6A298-FC78-CF70-B4FA-A3768185693A}" dt="2025-07-31T14:32:45.794" v="3"/>
          <pc:sldLayoutMkLst>
            <pc:docMk/>
            <pc:sldMasterMk cId="886466464" sldId="2147483708"/>
            <pc:sldLayoutMk cId="1172899577" sldId="2147483718"/>
          </pc:sldLayoutMkLst>
        </pc:sldLayoutChg>
        <pc:sldLayoutChg chg="add del mod replId">
          <pc:chgData name="Sakthi Sairam U" userId="S::sakthisairam.u2021@vitstudent.ac.in::f5a67b75-59f0-4567-9989-0023d23cc423" providerId="AD" clId="Web-{F3B6A298-FC78-CF70-B4FA-A3768185693A}" dt="2025-07-31T14:32:45.794" v="3"/>
          <pc:sldLayoutMkLst>
            <pc:docMk/>
            <pc:sldMasterMk cId="886466464" sldId="2147483708"/>
            <pc:sldLayoutMk cId="2562596247" sldId="2147483719"/>
          </pc:sldLayoutMkLst>
        </pc:sldLayoutChg>
      </pc:sldMasterChg>
      <pc:sldMasterChg chg="add del addSldLayout delSldLayout modSldLayout">
        <pc:chgData name="Sakthi Sairam U" userId="S::sakthisairam.u2021@vitstudent.ac.in::f5a67b75-59f0-4567-9989-0023d23cc423" providerId="AD" clId="Web-{F3B6A298-FC78-CF70-B4FA-A3768185693A}" dt="2025-07-31T14:32:50.216" v="4"/>
        <pc:sldMasterMkLst>
          <pc:docMk/>
          <pc:sldMasterMk cId="250162272" sldId="2147483720"/>
        </pc:sldMasterMkLst>
        <pc:sldLayoutChg chg="add del mod replId">
          <pc:chgData name="Sakthi Sairam U" userId="S::sakthisairam.u2021@vitstudent.ac.in::f5a67b75-59f0-4567-9989-0023d23cc423" providerId="AD" clId="Web-{F3B6A298-FC78-CF70-B4FA-A3768185693A}" dt="2025-07-31T14:32:50.216" v="4"/>
          <pc:sldLayoutMkLst>
            <pc:docMk/>
            <pc:sldMasterMk cId="250162272" sldId="2147483720"/>
            <pc:sldLayoutMk cId="2153281706" sldId="2147483721"/>
          </pc:sldLayoutMkLst>
        </pc:sldLayoutChg>
        <pc:sldLayoutChg chg="add del mod replId">
          <pc:chgData name="Sakthi Sairam U" userId="S::sakthisairam.u2021@vitstudent.ac.in::f5a67b75-59f0-4567-9989-0023d23cc423" providerId="AD" clId="Web-{F3B6A298-FC78-CF70-B4FA-A3768185693A}" dt="2025-07-31T14:32:50.216" v="4"/>
          <pc:sldLayoutMkLst>
            <pc:docMk/>
            <pc:sldMasterMk cId="250162272" sldId="2147483720"/>
            <pc:sldLayoutMk cId="2143018766" sldId="2147483722"/>
          </pc:sldLayoutMkLst>
        </pc:sldLayoutChg>
        <pc:sldLayoutChg chg="add del mod replId">
          <pc:chgData name="Sakthi Sairam U" userId="S::sakthisairam.u2021@vitstudent.ac.in::f5a67b75-59f0-4567-9989-0023d23cc423" providerId="AD" clId="Web-{F3B6A298-FC78-CF70-B4FA-A3768185693A}" dt="2025-07-31T14:32:50.216" v="4"/>
          <pc:sldLayoutMkLst>
            <pc:docMk/>
            <pc:sldMasterMk cId="250162272" sldId="2147483720"/>
            <pc:sldLayoutMk cId="2167849654" sldId="2147483723"/>
          </pc:sldLayoutMkLst>
        </pc:sldLayoutChg>
        <pc:sldLayoutChg chg="add del mod replId">
          <pc:chgData name="Sakthi Sairam U" userId="S::sakthisairam.u2021@vitstudent.ac.in::f5a67b75-59f0-4567-9989-0023d23cc423" providerId="AD" clId="Web-{F3B6A298-FC78-CF70-B4FA-A3768185693A}" dt="2025-07-31T14:32:50.216" v="4"/>
          <pc:sldLayoutMkLst>
            <pc:docMk/>
            <pc:sldMasterMk cId="250162272" sldId="2147483720"/>
            <pc:sldLayoutMk cId="2569886762" sldId="2147483724"/>
          </pc:sldLayoutMkLst>
        </pc:sldLayoutChg>
        <pc:sldLayoutChg chg="add del mod replId">
          <pc:chgData name="Sakthi Sairam U" userId="S::sakthisairam.u2021@vitstudent.ac.in::f5a67b75-59f0-4567-9989-0023d23cc423" providerId="AD" clId="Web-{F3B6A298-FC78-CF70-B4FA-A3768185693A}" dt="2025-07-31T14:32:50.216" v="4"/>
          <pc:sldLayoutMkLst>
            <pc:docMk/>
            <pc:sldMasterMk cId="250162272" sldId="2147483720"/>
            <pc:sldLayoutMk cId="996572539" sldId="2147483725"/>
          </pc:sldLayoutMkLst>
        </pc:sldLayoutChg>
        <pc:sldLayoutChg chg="add del mod replId">
          <pc:chgData name="Sakthi Sairam U" userId="S::sakthisairam.u2021@vitstudent.ac.in::f5a67b75-59f0-4567-9989-0023d23cc423" providerId="AD" clId="Web-{F3B6A298-FC78-CF70-B4FA-A3768185693A}" dt="2025-07-31T14:32:50.216" v="4"/>
          <pc:sldLayoutMkLst>
            <pc:docMk/>
            <pc:sldMasterMk cId="250162272" sldId="2147483720"/>
            <pc:sldLayoutMk cId="2670844882" sldId="2147483726"/>
          </pc:sldLayoutMkLst>
        </pc:sldLayoutChg>
        <pc:sldLayoutChg chg="add del mod replId">
          <pc:chgData name="Sakthi Sairam U" userId="S::sakthisairam.u2021@vitstudent.ac.in::f5a67b75-59f0-4567-9989-0023d23cc423" providerId="AD" clId="Web-{F3B6A298-FC78-CF70-B4FA-A3768185693A}" dt="2025-07-31T14:32:50.216" v="4"/>
          <pc:sldLayoutMkLst>
            <pc:docMk/>
            <pc:sldMasterMk cId="250162272" sldId="2147483720"/>
            <pc:sldLayoutMk cId="1822081462" sldId="2147483727"/>
          </pc:sldLayoutMkLst>
        </pc:sldLayoutChg>
        <pc:sldLayoutChg chg="add del mod replId">
          <pc:chgData name="Sakthi Sairam U" userId="S::sakthisairam.u2021@vitstudent.ac.in::f5a67b75-59f0-4567-9989-0023d23cc423" providerId="AD" clId="Web-{F3B6A298-FC78-CF70-B4FA-A3768185693A}" dt="2025-07-31T14:32:50.216" v="4"/>
          <pc:sldLayoutMkLst>
            <pc:docMk/>
            <pc:sldMasterMk cId="250162272" sldId="2147483720"/>
            <pc:sldLayoutMk cId="1210942406" sldId="2147483728"/>
          </pc:sldLayoutMkLst>
        </pc:sldLayoutChg>
        <pc:sldLayoutChg chg="add del mod replId">
          <pc:chgData name="Sakthi Sairam U" userId="S::sakthisairam.u2021@vitstudent.ac.in::f5a67b75-59f0-4567-9989-0023d23cc423" providerId="AD" clId="Web-{F3B6A298-FC78-CF70-B4FA-A3768185693A}" dt="2025-07-31T14:32:50.216" v="4"/>
          <pc:sldLayoutMkLst>
            <pc:docMk/>
            <pc:sldMasterMk cId="250162272" sldId="2147483720"/>
            <pc:sldLayoutMk cId="2278714671" sldId="2147483729"/>
          </pc:sldLayoutMkLst>
        </pc:sldLayoutChg>
        <pc:sldLayoutChg chg="add del mod replId">
          <pc:chgData name="Sakthi Sairam U" userId="S::sakthisairam.u2021@vitstudent.ac.in::f5a67b75-59f0-4567-9989-0023d23cc423" providerId="AD" clId="Web-{F3B6A298-FC78-CF70-B4FA-A3768185693A}" dt="2025-07-31T14:32:50.216" v="4"/>
          <pc:sldLayoutMkLst>
            <pc:docMk/>
            <pc:sldMasterMk cId="250162272" sldId="2147483720"/>
            <pc:sldLayoutMk cId="2426060277" sldId="2147483730"/>
          </pc:sldLayoutMkLst>
        </pc:sldLayoutChg>
        <pc:sldLayoutChg chg="add del mod replId">
          <pc:chgData name="Sakthi Sairam U" userId="S::sakthisairam.u2021@vitstudent.ac.in::f5a67b75-59f0-4567-9989-0023d23cc423" providerId="AD" clId="Web-{F3B6A298-FC78-CF70-B4FA-A3768185693A}" dt="2025-07-31T14:32:50.216" v="4"/>
          <pc:sldLayoutMkLst>
            <pc:docMk/>
            <pc:sldMasterMk cId="250162272" sldId="2147483720"/>
            <pc:sldLayoutMk cId="323844995" sldId="2147483731"/>
          </pc:sldLayoutMkLst>
        </pc:sldLayoutChg>
      </pc:sldMasterChg>
      <pc:sldMasterChg chg="add addSldLayout modSldLayout">
        <pc:chgData name="Sakthi Sairam U" userId="S::sakthisairam.u2021@vitstudent.ac.in::f5a67b75-59f0-4567-9989-0023d23cc423" providerId="AD" clId="Web-{F3B6A298-FC78-CF70-B4FA-A3768185693A}" dt="2025-07-31T14:32:50.216" v="4"/>
        <pc:sldMasterMkLst>
          <pc:docMk/>
          <pc:sldMasterMk cId="4204133229" sldId="2147483732"/>
        </pc:sldMasterMkLst>
        <pc:sldLayoutChg chg="add mod replId">
          <pc:chgData name="Sakthi Sairam U" userId="S::sakthisairam.u2021@vitstudent.ac.in::f5a67b75-59f0-4567-9989-0023d23cc423" providerId="AD" clId="Web-{F3B6A298-FC78-CF70-B4FA-A3768185693A}" dt="2025-07-31T14:32:50.216" v="4"/>
          <pc:sldLayoutMkLst>
            <pc:docMk/>
            <pc:sldMasterMk cId="4204133229" sldId="2147483732"/>
            <pc:sldLayoutMk cId="851022935" sldId="2147483733"/>
          </pc:sldLayoutMkLst>
        </pc:sldLayoutChg>
        <pc:sldLayoutChg chg="add mod replId">
          <pc:chgData name="Sakthi Sairam U" userId="S::sakthisairam.u2021@vitstudent.ac.in::f5a67b75-59f0-4567-9989-0023d23cc423" providerId="AD" clId="Web-{F3B6A298-FC78-CF70-B4FA-A3768185693A}" dt="2025-07-31T14:32:50.216" v="4"/>
          <pc:sldLayoutMkLst>
            <pc:docMk/>
            <pc:sldMasterMk cId="4204133229" sldId="2147483732"/>
            <pc:sldLayoutMk cId="535742475" sldId="2147483734"/>
          </pc:sldLayoutMkLst>
        </pc:sldLayoutChg>
        <pc:sldLayoutChg chg="add mod replId">
          <pc:chgData name="Sakthi Sairam U" userId="S::sakthisairam.u2021@vitstudent.ac.in::f5a67b75-59f0-4567-9989-0023d23cc423" providerId="AD" clId="Web-{F3B6A298-FC78-CF70-B4FA-A3768185693A}" dt="2025-07-31T14:32:50.216" v="4"/>
          <pc:sldLayoutMkLst>
            <pc:docMk/>
            <pc:sldMasterMk cId="4204133229" sldId="2147483732"/>
            <pc:sldLayoutMk cId="1323486800" sldId="2147483735"/>
          </pc:sldLayoutMkLst>
        </pc:sldLayoutChg>
        <pc:sldLayoutChg chg="add mod replId">
          <pc:chgData name="Sakthi Sairam U" userId="S::sakthisairam.u2021@vitstudent.ac.in::f5a67b75-59f0-4567-9989-0023d23cc423" providerId="AD" clId="Web-{F3B6A298-FC78-CF70-B4FA-A3768185693A}" dt="2025-07-31T14:32:50.216" v="4"/>
          <pc:sldLayoutMkLst>
            <pc:docMk/>
            <pc:sldMasterMk cId="4204133229" sldId="2147483732"/>
            <pc:sldLayoutMk cId="3597873211" sldId="2147483736"/>
          </pc:sldLayoutMkLst>
        </pc:sldLayoutChg>
        <pc:sldLayoutChg chg="add mod replId">
          <pc:chgData name="Sakthi Sairam U" userId="S::sakthisairam.u2021@vitstudent.ac.in::f5a67b75-59f0-4567-9989-0023d23cc423" providerId="AD" clId="Web-{F3B6A298-FC78-CF70-B4FA-A3768185693A}" dt="2025-07-31T14:32:50.216" v="4"/>
          <pc:sldLayoutMkLst>
            <pc:docMk/>
            <pc:sldMasterMk cId="4204133229" sldId="2147483732"/>
            <pc:sldLayoutMk cId="2309377920" sldId="2147483737"/>
          </pc:sldLayoutMkLst>
        </pc:sldLayoutChg>
        <pc:sldLayoutChg chg="add mod replId">
          <pc:chgData name="Sakthi Sairam U" userId="S::sakthisairam.u2021@vitstudent.ac.in::f5a67b75-59f0-4567-9989-0023d23cc423" providerId="AD" clId="Web-{F3B6A298-FC78-CF70-B4FA-A3768185693A}" dt="2025-07-31T14:32:50.216" v="4"/>
          <pc:sldLayoutMkLst>
            <pc:docMk/>
            <pc:sldMasterMk cId="4204133229" sldId="2147483732"/>
            <pc:sldLayoutMk cId="1947801619" sldId="2147483738"/>
          </pc:sldLayoutMkLst>
        </pc:sldLayoutChg>
        <pc:sldLayoutChg chg="add mod replId">
          <pc:chgData name="Sakthi Sairam U" userId="S::sakthisairam.u2021@vitstudent.ac.in::f5a67b75-59f0-4567-9989-0023d23cc423" providerId="AD" clId="Web-{F3B6A298-FC78-CF70-B4FA-A3768185693A}" dt="2025-07-31T14:32:50.216" v="4"/>
          <pc:sldLayoutMkLst>
            <pc:docMk/>
            <pc:sldMasterMk cId="4204133229" sldId="2147483732"/>
            <pc:sldLayoutMk cId="3096909525" sldId="2147483739"/>
          </pc:sldLayoutMkLst>
        </pc:sldLayoutChg>
        <pc:sldLayoutChg chg="add mod replId">
          <pc:chgData name="Sakthi Sairam U" userId="S::sakthisairam.u2021@vitstudent.ac.in::f5a67b75-59f0-4567-9989-0023d23cc423" providerId="AD" clId="Web-{F3B6A298-FC78-CF70-B4FA-A3768185693A}" dt="2025-07-31T14:32:50.216" v="4"/>
          <pc:sldLayoutMkLst>
            <pc:docMk/>
            <pc:sldMasterMk cId="4204133229" sldId="2147483732"/>
            <pc:sldLayoutMk cId="1121722594" sldId="2147483740"/>
          </pc:sldLayoutMkLst>
        </pc:sldLayoutChg>
        <pc:sldLayoutChg chg="add mod replId">
          <pc:chgData name="Sakthi Sairam U" userId="S::sakthisairam.u2021@vitstudent.ac.in::f5a67b75-59f0-4567-9989-0023d23cc423" providerId="AD" clId="Web-{F3B6A298-FC78-CF70-B4FA-A3768185693A}" dt="2025-07-31T14:32:50.216" v="4"/>
          <pc:sldLayoutMkLst>
            <pc:docMk/>
            <pc:sldMasterMk cId="4204133229" sldId="2147483732"/>
            <pc:sldLayoutMk cId="2247317138" sldId="2147483741"/>
          </pc:sldLayoutMkLst>
        </pc:sldLayoutChg>
        <pc:sldLayoutChg chg="add mod replId">
          <pc:chgData name="Sakthi Sairam U" userId="S::sakthisairam.u2021@vitstudent.ac.in::f5a67b75-59f0-4567-9989-0023d23cc423" providerId="AD" clId="Web-{F3B6A298-FC78-CF70-B4FA-A3768185693A}" dt="2025-07-31T14:32:50.216" v="4"/>
          <pc:sldLayoutMkLst>
            <pc:docMk/>
            <pc:sldMasterMk cId="4204133229" sldId="2147483732"/>
            <pc:sldLayoutMk cId="2179391264" sldId="2147483742"/>
          </pc:sldLayoutMkLst>
        </pc:sldLayoutChg>
        <pc:sldLayoutChg chg="add mod replId">
          <pc:chgData name="Sakthi Sairam U" userId="S::sakthisairam.u2021@vitstudent.ac.in::f5a67b75-59f0-4567-9989-0023d23cc423" providerId="AD" clId="Web-{F3B6A298-FC78-CF70-B4FA-A3768185693A}" dt="2025-07-31T14:32:50.216" v="4"/>
          <pc:sldLayoutMkLst>
            <pc:docMk/>
            <pc:sldMasterMk cId="4204133229" sldId="2147483732"/>
            <pc:sldLayoutMk cId="3348344509" sldId="214748374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30A068-EE44-47BB-8F14-129E440F4CAB}" type="datetimeFigureOut">
              <a:rPr lang="en-IN" smtClean="0"/>
              <a:t>05-11-2025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E1B3C1-EEC4-4F1C-BCBF-0B9AB36602CB}" type="slidenum">
              <a:rPr lang="en-IN" smtClean="0"/>
              <a:t>‹#›</a:t>
            </a:fld>
            <a:endParaRPr lang="en-IN"/>
          </a:p>
        </p:txBody>
      </p:sp>
    </p:spTree>
    <p:extLst>
      <p:ext uri="{BB962C8B-B14F-4D97-AF65-F5344CB8AC3E}">
        <p14:creationId xmlns:p14="http://schemas.microsoft.com/office/powerpoint/2010/main" val="2159174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IN" dirty="0"/>
              <a:t>1. GLCM and IPLF </a:t>
            </a:r>
          </a:p>
          <a:p>
            <a:pPr marL="0" indent="0">
              <a:buNone/>
            </a:pPr>
            <a:r>
              <a:rPr lang="en-IN" dirty="0"/>
              <a:t>3. CNN, LSTM, DNN, RNN</a:t>
            </a:r>
          </a:p>
          <a:p>
            <a:pPr marL="0" indent="0">
              <a:buNone/>
            </a:pPr>
            <a:r>
              <a:rPr lang="en-IN" dirty="0"/>
              <a:t>4. Less computational cost and carbon footprint</a:t>
            </a:r>
          </a:p>
          <a:p>
            <a:pPr marL="0" indent="0">
              <a:buNone/>
            </a:pPr>
            <a:r>
              <a:rPr lang="en-IN" dirty="0"/>
              <a:t>5. Inverted residuals for feature extraction</a:t>
            </a:r>
          </a:p>
        </p:txBody>
      </p:sp>
      <p:sp>
        <p:nvSpPr>
          <p:cNvPr id="4" name="Slide Number Placeholder 3"/>
          <p:cNvSpPr>
            <a:spLocks noGrp="1"/>
          </p:cNvSpPr>
          <p:nvPr>
            <p:ph type="sldNum" sz="quarter" idx="5"/>
          </p:nvPr>
        </p:nvSpPr>
        <p:spPr/>
        <p:txBody>
          <a:bodyPr/>
          <a:lstStyle/>
          <a:p>
            <a:fld id="{40E1B3C1-EEC4-4F1C-BCBF-0B9AB36602CB}" type="slidenum">
              <a:rPr lang="en-IN" smtClean="0"/>
              <a:t>5</a:t>
            </a:fld>
            <a:endParaRPr lang="en-IN"/>
          </a:p>
        </p:txBody>
      </p:sp>
    </p:spTree>
    <p:extLst>
      <p:ext uri="{BB962C8B-B14F-4D97-AF65-F5344CB8AC3E}">
        <p14:creationId xmlns:p14="http://schemas.microsoft.com/office/powerpoint/2010/main" val="15866201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11. CNN, RNN, Hybrid models</a:t>
            </a:r>
          </a:p>
          <a:p>
            <a:r>
              <a:rPr lang="en-IN" dirty="0"/>
              <a:t>12. 3D images</a:t>
            </a:r>
          </a:p>
          <a:p>
            <a:r>
              <a:rPr lang="en-IN" dirty="0"/>
              <a:t>13. Active learning </a:t>
            </a:r>
          </a:p>
        </p:txBody>
      </p:sp>
      <p:sp>
        <p:nvSpPr>
          <p:cNvPr id="4" name="Slide Number Placeholder 3"/>
          <p:cNvSpPr>
            <a:spLocks noGrp="1"/>
          </p:cNvSpPr>
          <p:nvPr>
            <p:ph type="sldNum" sz="quarter" idx="5"/>
          </p:nvPr>
        </p:nvSpPr>
        <p:spPr/>
        <p:txBody>
          <a:bodyPr/>
          <a:lstStyle/>
          <a:p>
            <a:fld id="{40E1B3C1-EEC4-4F1C-BCBF-0B9AB36602CB}" type="slidenum">
              <a:rPr lang="en-IN" smtClean="0"/>
              <a:t>7</a:t>
            </a:fld>
            <a:endParaRPr lang="en-IN"/>
          </a:p>
        </p:txBody>
      </p:sp>
    </p:spTree>
    <p:extLst>
      <p:ext uri="{BB962C8B-B14F-4D97-AF65-F5344CB8AC3E}">
        <p14:creationId xmlns:p14="http://schemas.microsoft.com/office/powerpoint/2010/main" val="39737956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CA0979-F579-4E9B-A675-1F5ABBFF00DB}" type="datetimeFigureOut">
              <a:rPr lang="en-US" dirty="0"/>
              <a:t>11/5/2025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8510229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3E7156E-175E-4DBA-9D21-B772C320F342}" type="datetimeFigureOut">
              <a:rPr lang="en-US" dirty="0"/>
              <a:t>11/5/2025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535742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04895F6E-3D02-4292-95D1-C62B3126321B}" type="datetimeFigureOut">
              <a:rPr lang="en-US" dirty="0"/>
              <a:t>11/5/2025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323486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DCB5ACB-D10C-44A8-9570-124370F4CB38}" type="datetimeFigureOut">
              <a:rPr lang="en-US" dirty="0"/>
              <a:t>11/5/2025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597873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B8D84F4-0E7A-4BDE-98C6-AE68FB974645}" type="datetimeFigureOut">
              <a:rPr lang="en-US" dirty="0"/>
              <a:t>11/5/2025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309377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BEFF1D8-9801-4C4B-92F3-66C9A863BD74}" type="datetimeFigureOut">
              <a:rPr lang="en-US" dirty="0"/>
              <a:t>11/5/2025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947801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61FE8FD-B23E-4E1A-83EF-0847EBEA0105}" type="datetimeFigureOut">
              <a:rPr lang="en-US" dirty="0"/>
              <a:t>11/5/2025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096909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DDF891E-A7C2-465C-AD39-8EDCB0F58E3C}" type="datetimeFigureOut">
              <a:rPr lang="en-US" dirty="0"/>
              <a:t>11/5/2025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121722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noChangeAspect="1"/>
          </p:cNvSpPr>
          <p:nvPr>
            <p:ph type="pic" idx="1"/>
          </p:nvPr>
        </p:nvSpPr>
        <p:spPr>
          <a:xfrm>
            <a:off x="5063319" y="657103"/>
            <a:ext cx="6483687" cy="555590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39F93E5-AFB6-485C-8E3C-32F92A07875F}" type="datetimeFigureOut">
              <a:rPr lang="en-US" dirty="0"/>
              <a:t>11/5/2025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247317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F7E76D0F-5A12-4D0A-80B0-1A6122B61E7B}" type="datetimeFigureOut">
              <a:rPr lang="en-US" dirty="0"/>
              <a:t>11/5/2025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179391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8B9E8C84-89CA-44AB-B0BE-5C91BAF75478}" type="datetimeFigureOut">
              <a:rPr lang="en-US" dirty="0"/>
              <a:t>11/5/2025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348344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3A332BE1-279E-4118-9FE3-7952B079A510}" type="datetimeFigureOut">
              <a:rPr lang="en-US" dirty="0"/>
              <a:t>11/5/2025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dirty="0"/>
              <a:t>‹#›</a:t>
            </a:fld>
            <a:endParaRPr lang="en-US"/>
          </a:p>
        </p:txBody>
      </p:sp>
    </p:spTree>
    <p:extLst>
      <p:ext uri="{BB962C8B-B14F-4D97-AF65-F5344CB8AC3E}">
        <p14:creationId xmlns:p14="http://schemas.microsoft.com/office/powerpoint/2010/main" val="4204133229"/>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3FE13-2EFF-6A11-9875-25FCF431947B}"/>
              </a:ext>
            </a:extLst>
          </p:cNvPr>
          <p:cNvSpPr>
            <a:spLocks noGrp="1"/>
          </p:cNvSpPr>
          <p:nvPr>
            <p:ph type="ctrTitle"/>
          </p:nvPr>
        </p:nvSpPr>
        <p:spPr>
          <a:xfrm>
            <a:off x="552825" y="706169"/>
            <a:ext cx="11076193" cy="2928470"/>
          </a:xfrm>
        </p:spPr>
        <p:txBody>
          <a:bodyPr anchor="b">
            <a:normAutofit/>
          </a:bodyPr>
          <a:lstStyle/>
          <a:p>
            <a:r>
              <a:rPr lang="en-US" sz="4400" dirty="0"/>
              <a:t>CSE1906- Mini</a:t>
            </a:r>
            <a:r>
              <a:rPr lang="en-US" sz="4400" b="1" dirty="0"/>
              <a:t> Project </a:t>
            </a:r>
            <a:r>
              <a:rPr lang="en-US" sz="4400" dirty="0"/>
              <a:t>First</a:t>
            </a:r>
            <a:r>
              <a:rPr lang="en-US" sz="4400" b="1" dirty="0"/>
              <a:t> Review</a:t>
            </a:r>
            <a:r>
              <a:rPr lang="en-US" sz="4400" dirty="0"/>
              <a:t>​</a:t>
            </a:r>
            <a:br>
              <a:rPr lang="en-US" sz="4400" dirty="0"/>
            </a:br>
            <a:br>
              <a:rPr lang="en-US" sz="4400" dirty="0"/>
            </a:br>
            <a:r>
              <a:rPr lang="en-US" sz="4400" b="1" dirty="0" err="1"/>
              <a:t>CSRNet</a:t>
            </a:r>
            <a:r>
              <a:rPr lang="en-US" sz="4400" b="1" dirty="0"/>
              <a:t> and </a:t>
            </a:r>
            <a:r>
              <a:rPr lang="en-US" sz="4400" b="1" dirty="0" err="1"/>
              <a:t>DeepLift</a:t>
            </a:r>
            <a:r>
              <a:rPr lang="en-US" sz="4400" b="1" dirty="0"/>
              <a:t> XAI for </a:t>
            </a:r>
            <a:r>
              <a:rPr lang="en-US" sz="4400" dirty="0"/>
              <a:t>Explainable</a:t>
            </a:r>
            <a:r>
              <a:rPr lang="en-US" sz="4400" b="1" dirty="0"/>
              <a:t> Steganalysis</a:t>
            </a:r>
            <a:r>
              <a:rPr lang="en-US" sz="4400" dirty="0"/>
              <a:t>​</a:t>
            </a:r>
            <a:endParaRPr lang="en-IN" sz="4400" dirty="0"/>
          </a:p>
        </p:txBody>
      </p:sp>
      <p:sp>
        <p:nvSpPr>
          <p:cNvPr id="3" name="Subtitle 2">
            <a:extLst>
              <a:ext uri="{FF2B5EF4-FFF2-40B4-BE49-F238E27FC236}">
                <a16:creationId xmlns:a16="http://schemas.microsoft.com/office/drawing/2014/main" id="{EDBEC46A-51C7-6EB5-6635-03507EEB6CFF}"/>
              </a:ext>
            </a:extLst>
          </p:cNvPr>
          <p:cNvSpPr>
            <a:spLocks noGrp="1"/>
          </p:cNvSpPr>
          <p:nvPr>
            <p:ph type="subTitle" idx="1"/>
          </p:nvPr>
        </p:nvSpPr>
        <p:spPr>
          <a:xfrm>
            <a:off x="1582176" y="4822596"/>
            <a:ext cx="4585141" cy="1458258"/>
          </a:xfrm>
        </p:spPr>
        <p:txBody>
          <a:bodyPr anchor="ctr">
            <a:normAutofit/>
          </a:bodyPr>
          <a:lstStyle/>
          <a:p>
            <a:pPr fontAlgn="base">
              <a:lnSpc>
                <a:spcPct val="110000"/>
              </a:lnSpc>
            </a:pPr>
            <a:r>
              <a:rPr lang="en-US" b="1" cap="all">
                <a:latin typeface="Calisto MT"/>
              </a:rPr>
              <a:t>Presented by</a:t>
            </a:r>
            <a:r>
              <a:rPr lang="en-US" b="1">
                <a:latin typeface="Calisto MT"/>
              </a:rPr>
              <a:t>​</a:t>
            </a:r>
            <a:endParaRPr lang="en-US"/>
          </a:p>
          <a:p>
            <a:pPr fontAlgn="base">
              <a:lnSpc>
                <a:spcPct val="110000"/>
              </a:lnSpc>
            </a:pPr>
            <a:r>
              <a:rPr lang="en-US" b="1">
                <a:latin typeface="Calisto MT"/>
              </a:rPr>
              <a:t>Sakthi Sairam. U</a:t>
            </a:r>
            <a:r>
              <a:rPr lang="en-US" b="1" cap="all">
                <a:latin typeface="Calisto MT"/>
              </a:rPr>
              <a:t>, 21MIA1087</a:t>
            </a:r>
            <a:r>
              <a:rPr lang="en-US" b="1">
                <a:latin typeface="Calisto MT"/>
              </a:rPr>
              <a:t>​</a:t>
            </a:r>
          </a:p>
        </p:txBody>
      </p:sp>
      <p:sp>
        <p:nvSpPr>
          <p:cNvPr id="4" name="TextBox 3">
            <a:extLst>
              <a:ext uri="{FF2B5EF4-FFF2-40B4-BE49-F238E27FC236}">
                <a16:creationId xmlns:a16="http://schemas.microsoft.com/office/drawing/2014/main" id="{169DEB79-D9BC-D40C-8A04-2D7143FD163A}"/>
              </a:ext>
            </a:extLst>
          </p:cNvPr>
          <p:cNvSpPr txBox="1"/>
          <p:nvPr/>
        </p:nvSpPr>
        <p:spPr>
          <a:xfrm>
            <a:off x="6319703" y="5098425"/>
            <a:ext cx="3736730" cy="8086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defTabSz="914400" fontAlgn="base">
              <a:lnSpc>
                <a:spcPct val="110000"/>
              </a:lnSpc>
              <a:spcBef>
                <a:spcPts val="1000"/>
              </a:spcBef>
            </a:pPr>
            <a:r>
              <a:rPr lang="en-US" b="1" cap="all" dirty="0">
                <a:latin typeface="Calisto MT"/>
              </a:rPr>
              <a:t>Guided BY </a:t>
            </a:r>
            <a:endParaRPr lang="en-US" dirty="0"/>
          </a:p>
          <a:p>
            <a:pPr algn="ctr" defTabSz="914400" fontAlgn="base">
              <a:lnSpc>
                <a:spcPct val="110000"/>
              </a:lnSpc>
              <a:spcBef>
                <a:spcPts val="1000"/>
              </a:spcBef>
            </a:pPr>
            <a:r>
              <a:rPr lang="en-US" b="1" cap="all" dirty="0">
                <a:latin typeface="Calisto MT"/>
              </a:rPr>
              <a:t>D</a:t>
            </a:r>
            <a:r>
              <a:rPr lang="en-US" b="1" dirty="0">
                <a:latin typeface="Calisto MT"/>
              </a:rPr>
              <a:t>r</a:t>
            </a:r>
            <a:r>
              <a:rPr lang="en-US" b="1" cap="all" dirty="0">
                <a:latin typeface="Calisto MT"/>
              </a:rPr>
              <a:t>. S</a:t>
            </a:r>
            <a:r>
              <a:rPr lang="en-US" b="1" dirty="0">
                <a:latin typeface="Calisto MT"/>
              </a:rPr>
              <a:t>ivakumar </a:t>
            </a:r>
            <a:r>
              <a:rPr lang="en-US" b="1" cap="all" dirty="0">
                <a:latin typeface="Calisto MT"/>
              </a:rPr>
              <a:t>P </a:t>
            </a:r>
          </a:p>
        </p:txBody>
      </p:sp>
      <p:cxnSp>
        <p:nvCxnSpPr>
          <p:cNvPr id="17" name="Straight Arrow Connector 16">
            <a:extLst>
              <a:ext uri="{FF2B5EF4-FFF2-40B4-BE49-F238E27FC236}">
                <a16:creationId xmlns:a16="http://schemas.microsoft.com/office/drawing/2014/main" id="{A2A741F7-5831-15C6-7CB4-0E68AF58974A}"/>
              </a:ext>
            </a:extLst>
          </p:cNvPr>
          <p:cNvCxnSpPr/>
          <p:nvPr/>
        </p:nvCxnSpPr>
        <p:spPr>
          <a:xfrm flipH="1">
            <a:off x="6211671" y="4733192"/>
            <a:ext cx="1559" cy="1523999"/>
          </a:xfrm>
          <a:prstGeom prst="straightConnector1">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45861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3475ED60-9562-13E0-3A15-B739DBC3C08C}"/>
              </a:ext>
            </a:extLst>
          </p:cNvPr>
          <p:cNvPicPr>
            <a:picLocks noGrp="1" noChangeAspect="1"/>
          </p:cNvPicPr>
          <p:nvPr>
            <p:ph idx="1"/>
          </p:nvPr>
        </p:nvPicPr>
        <p:blipFill>
          <a:blip r:embed="rId2"/>
          <a:stretch>
            <a:fillRect/>
          </a:stretch>
        </p:blipFill>
        <p:spPr>
          <a:xfrm>
            <a:off x="488403" y="608745"/>
            <a:ext cx="11193523" cy="5640510"/>
          </a:xfrm>
          <a:prstGeom prst="rect">
            <a:avLst/>
          </a:prstGeom>
        </p:spPr>
      </p:pic>
      <p:sp>
        <p:nvSpPr>
          <p:cNvPr id="5" name="Footer Placeholder 4">
            <a:extLst>
              <a:ext uri="{FF2B5EF4-FFF2-40B4-BE49-F238E27FC236}">
                <a16:creationId xmlns:a16="http://schemas.microsoft.com/office/drawing/2014/main" id="{AA208EF9-00E2-9A7E-2A74-BFC3E6EB8961}"/>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2FB753FB-828A-8B17-34B5-899C466EC798}"/>
              </a:ext>
            </a:extLst>
          </p:cNvPr>
          <p:cNvSpPr>
            <a:spLocks noGrp="1"/>
          </p:cNvSpPr>
          <p:nvPr>
            <p:ph type="sldNum" sz="quarter" idx="12"/>
          </p:nvPr>
        </p:nvSpPr>
        <p:spPr/>
        <p:txBody>
          <a:bodyPr/>
          <a:lstStyle/>
          <a:p>
            <a:fld id="{CC057153-B650-4DEB-B370-79DDCFDCE934}" type="slidenum">
              <a:rPr lang="en-US" smtClean="0"/>
              <a:t>2</a:t>
            </a:fld>
            <a:endParaRPr lang="en-US"/>
          </a:p>
        </p:txBody>
      </p:sp>
    </p:spTree>
    <p:extLst>
      <p:ext uri="{BB962C8B-B14F-4D97-AF65-F5344CB8AC3E}">
        <p14:creationId xmlns:p14="http://schemas.microsoft.com/office/powerpoint/2010/main" val="3601417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5096A30-E4F7-9F20-97CD-A9499E7C6C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5E49F1-6AEC-19E8-8C3F-A5870D34B8AD}"/>
              </a:ext>
            </a:extLst>
          </p:cNvPr>
          <p:cNvSpPr>
            <a:spLocks noGrp="1"/>
          </p:cNvSpPr>
          <p:nvPr>
            <p:ph type="title"/>
          </p:nvPr>
        </p:nvSpPr>
        <p:spPr>
          <a:xfrm>
            <a:off x="826396" y="586855"/>
            <a:ext cx="4230100" cy="3387497"/>
          </a:xfrm>
        </p:spPr>
        <p:txBody>
          <a:bodyPr anchor="b">
            <a:normAutofit/>
          </a:bodyPr>
          <a:lstStyle/>
          <a:p>
            <a:pPr algn="r"/>
            <a:r>
              <a:rPr lang="en-IN" sz="4000" dirty="0"/>
              <a:t>Outline</a:t>
            </a:r>
          </a:p>
        </p:txBody>
      </p:sp>
      <p:sp>
        <p:nvSpPr>
          <p:cNvPr id="4" name="Rectangle 1">
            <a:extLst>
              <a:ext uri="{FF2B5EF4-FFF2-40B4-BE49-F238E27FC236}">
                <a16:creationId xmlns:a16="http://schemas.microsoft.com/office/drawing/2014/main" id="{03EB3692-A579-D1C1-67D1-62CD848295B8}"/>
              </a:ext>
            </a:extLst>
          </p:cNvPr>
          <p:cNvSpPr>
            <a:spLocks noGrp="1" noChangeArrowheads="1"/>
          </p:cNvSpPr>
          <p:nvPr>
            <p:ph idx="1"/>
          </p:nvPr>
        </p:nvSpPr>
        <p:spPr bwMode="auto">
          <a:xfrm>
            <a:off x="5881835" y="532250"/>
            <a:ext cx="5401708" cy="578050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defTabSz="914400" rtl="0" eaLnBrk="0" fontAlgn="base" latinLnBrk="0" hangingPunct="0">
              <a:lnSpc>
                <a:spcPct val="110000"/>
              </a:lnSpc>
              <a:spcBef>
                <a:spcPct val="0"/>
              </a:spcBef>
              <a:spcAft>
                <a:spcPts val="600"/>
              </a:spcAft>
              <a:buClrTx/>
              <a:buSzTx/>
              <a:buFont typeface="Arial"/>
              <a:buChar char="•"/>
              <a:tabLst/>
            </a:pPr>
            <a:r>
              <a:rPr lang="en-US" altLang="en-US" sz="2400" dirty="0">
                <a:latin typeface="Calisto MT"/>
                <a:cs typeface="Times New Roman"/>
              </a:rPr>
              <a:t>Introduction</a:t>
            </a:r>
            <a:endParaRPr lang="en-US" sz="2400" dirty="0">
              <a:latin typeface="Calisto MT"/>
              <a:cs typeface="Times New Roman"/>
            </a:endParaRPr>
          </a:p>
          <a:p>
            <a:pPr>
              <a:lnSpc>
                <a:spcPct val="110000"/>
              </a:lnSpc>
              <a:spcAft>
                <a:spcPts val="600"/>
              </a:spcAft>
              <a:buFont typeface="Arial"/>
              <a:buChar char="•"/>
            </a:pPr>
            <a:r>
              <a:rPr kumimoji="0" lang="en-US" altLang="en-US" sz="2400" i="0" u="none" strike="noStrike" cap="none" normalizeH="0" baseline="0" dirty="0">
                <a:ln>
                  <a:noFill/>
                </a:ln>
                <a:effectLst/>
                <a:latin typeface="Calisto MT"/>
                <a:cs typeface="Times New Roman"/>
              </a:rPr>
              <a:t>Literature </a:t>
            </a:r>
            <a:r>
              <a:rPr lang="en-US" altLang="en-US" sz="2400" dirty="0">
                <a:latin typeface="Calisto MT"/>
                <a:cs typeface="Times New Roman"/>
              </a:rPr>
              <a:t>Review</a:t>
            </a:r>
          </a:p>
          <a:p>
            <a:pPr marR="0" lvl="0" defTabSz="914400">
              <a:lnSpc>
                <a:spcPct val="110000"/>
              </a:lnSpc>
              <a:spcBef>
                <a:spcPct val="0"/>
              </a:spcBef>
              <a:spcAft>
                <a:spcPts val="600"/>
              </a:spcAft>
              <a:buClrTx/>
              <a:buSzTx/>
              <a:buFont typeface="Arial"/>
              <a:buChar char="•"/>
              <a:tabLst/>
            </a:pPr>
            <a:r>
              <a:rPr kumimoji="0" lang="en-US" altLang="en-US" sz="2400" i="0" u="none" strike="noStrike" cap="none" normalizeH="0" baseline="0" dirty="0">
                <a:ln>
                  <a:noFill/>
                </a:ln>
                <a:effectLst/>
                <a:latin typeface="Calisto MT"/>
                <a:cs typeface="Times New Roman"/>
              </a:rPr>
              <a:t>Scope and Problem Statement</a:t>
            </a:r>
            <a:endParaRPr lang="en-US" sz="2400" dirty="0">
              <a:latin typeface="Calisto MT"/>
              <a:cs typeface="Arial"/>
            </a:endParaRPr>
          </a:p>
          <a:p>
            <a:pPr>
              <a:lnSpc>
                <a:spcPct val="110000"/>
              </a:lnSpc>
              <a:spcAft>
                <a:spcPts val="600"/>
              </a:spcAft>
              <a:buFont typeface="Arial"/>
              <a:buChar char="•"/>
            </a:pPr>
            <a:r>
              <a:rPr kumimoji="0" lang="en-US" altLang="en-US" sz="2400" i="0" u="none" strike="noStrike" cap="none" normalizeH="0" baseline="0" dirty="0">
                <a:ln>
                  <a:noFill/>
                </a:ln>
                <a:effectLst/>
                <a:latin typeface="Calisto MT"/>
                <a:cs typeface="Times New Roman"/>
              </a:rPr>
              <a:t>Research </a:t>
            </a:r>
            <a:r>
              <a:rPr lang="en-US" altLang="en-US" sz="2400" dirty="0">
                <a:latin typeface="Calisto MT"/>
                <a:cs typeface="Times New Roman"/>
              </a:rPr>
              <a:t>Objective and Challenges</a:t>
            </a:r>
            <a:endParaRPr lang="en-US" altLang="en-US" sz="2400" i="0" u="none" strike="noStrike" cap="none" normalizeH="0" baseline="0" dirty="0">
              <a:ln>
                <a:noFill/>
              </a:ln>
              <a:effectLst/>
              <a:latin typeface="Calisto MT"/>
              <a:cs typeface="Times New Roman"/>
            </a:endParaRPr>
          </a:p>
          <a:p>
            <a:pPr marR="0" lvl="0" defTabSz="914400" rtl="0" eaLnBrk="0" fontAlgn="base" latinLnBrk="0" hangingPunct="0">
              <a:lnSpc>
                <a:spcPct val="110000"/>
              </a:lnSpc>
              <a:spcBef>
                <a:spcPct val="0"/>
              </a:spcBef>
              <a:spcAft>
                <a:spcPts val="600"/>
              </a:spcAft>
              <a:buClrTx/>
              <a:buSzTx/>
              <a:buFont typeface="Arial"/>
              <a:buChar char="•"/>
              <a:tabLst/>
            </a:pPr>
            <a:r>
              <a:rPr kumimoji="0" lang="en-US" altLang="en-US" sz="2400" i="0" u="none" strike="noStrike" cap="none" normalizeH="0" baseline="0" dirty="0">
                <a:ln>
                  <a:noFill/>
                </a:ln>
                <a:effectLst/>
                <a:latin typeface="Calisto MT"/>
                <a:cs typeface="Times New Roman"/>
              </a:rPr>
              <a:t>Methodology</a:t>
            </a:r>
            <a:endParaRPr lang="en-US" altLang="en-US" sz="2400" i="0" u="none" strike="noStrike" cap="none" normalizeH="0" baseline="0" dirty="0">
              <a:ln>
                <a:noFill/>
              </a:ln>
              <a:effectLst/>
              <a:latin typeface="Calisto MT"/>
              <a:cs typeface="Times New Roman"/>
            </a:endParaRPr>
          </a:p>
          <a:p>
            <a:pPr marR="0" lvl="0" defTabSz="914400" rtl="0" eaLnBrk="0" fontAlgn="base" latinLnBrk="0" hangingPunct="0">
              <a:lnSpc>
                <a:spcPct val="110000"/>
              </a:lnSpc>
              <a:spcBef>
                <a:spcPct val="0"/>
              </a:spcBef>
              <a:spcAft>
                <a:spcPts val="600"/>
              </a:spcAft>
              <a:buClrTx/>
              <a:buSzTx/>
              <a:buFont typeface="Arial"/>
              <a:buChar char="•"/>
              <a:tabLst/>
            </a:pPr>
            <a:r>
              <a:rPr kumimoji="0" lang="en-US" altLang="en-US" sz="2400" i="0" u="none" strike="noStrike" cap="none" normalizeH="0" baseline="0" dirty="0">
                <a:ln>
                  <a:noFill/>
                </a:ln>
                <a:effectLst/>
                <a:latin typeface="Calisto MT"/>
                <a:cs typeface="Times New Roman"/>
              </a:rPr>
              <a:t>Results and Discussion</a:t>
            </a:r>
            <a:endParaRPr lang="en-US" altLang="en-US" sz="2400" i="0" u="none" strike="noStrike" cap="none" normalizeH="0" baseline="0" dirty="0">
              <a:ln>
                <a:noFill/>
              </a:ln>
              <a:effectLst/>
              <a:latin typeface="Calisto MT"/>
              <a:cs typeface="Times New Roman"/>
            </a:endParaRPr>
          </a:p>
          <a:p>
            <a:pPr marR="0" lvl="0" defTabSz="914400" rtl="0" eaLnBrk="0" fontAlgn="base" latinLnBrk="0" hangingPunct="0">
              <a:lnSpc>
                <a:spcPct val="110000"/>
              </a:lnSpc>
              <a:spcBef>
                <a:spcPct val="0"/>
              </a:spcBef>
              <a:spcAft>
                <a:spcPts val="600"/>
              </a:spcAft>
              <a:buClrTx/>
              <a:buSzTx/>
              <a:buFont typeface="Arial"/>
              <a:buChar char="•"/>
              <a:tabLst/>
            </a:pPr>
            <a:r>
              <a:rPr kumimoji="0" lang="en-US" altLang="en-US" sz="2400" i="0" u="none" strike="noStrike" cap="none" normalizeH="0" baseline="0" dirty="0">
                <a:ln>
                  <a:noFill/>
                </a:ln>
                <a:effectLst/>
                <a:latin typeface="Calisto MT"/>
                <a:cs typeface="Times New Roman"/>
              </a:rPr>
              <a:t>Conclusion</a:t>
            </a:r>
            <a:endParaRPr lang="en-US" altLang="en-US" sz="2400" i="0" u="none" strike="noStrike" cap="none" normalizeH="0" baseline="0" dirty="0">
              <a:ln>
                <a:noFill/>
              </a:ln>
              <a:effectLst/>
              <a:latin typeface="Calisto MT"/>
              <a:cs typeface="Times New Roman"/>
            </a:endParaRPr>
          </a:p>
          <a:p>
            <a:pPr marR="0" lvl="0" defTabSz="914400" rtl="0" eaLnBrk="0" fontAlgn="base" latinLnBrk="0" hangingPunct="0">
              <a:lnSpc>
                <a:spcPct val="110000"/>
              </a:lnSpc>
              <a:spcBef>
                <a:spcPct val="0"/>
              </a:spcBef>
              <a:spcAft>
                <a:spcPts val="600"/>
              </a:spcAft>
              <a:buClrTx/>
              <a:buSzTx/>
              <a:buFont typeface="Arial"/>
              <a:buChar char="•"/>
              <a:tabLst/>
            </a:pPr>
            <a:r>
              <a:rPr kumimoji="0" lang="en-US" altLang="en-US" sz="2400" i="0" u="none" strike="noStrike" cap="none" normalizeH="0" baseline="0" dirty="0">
                <a:ln>
                  <a:noFill/>
                </a:ln>
                <a:effectLst/>
                <a:latin typeface="Calisto MT"/>
                <a:cs typeface="Times New Roman"/>
              </a:rPr>
              <a:t>Limitations and Future Work</a:t>
            </a:r>
            <a:endParaRPr lang="en-US" altLang="en-US" sz="2400" i="0" u="none" strike="noStrike" cap="none" normalizeH="0" baseline="0" dirty="0">
              <a:ln>
                <a:noFill/>
              </a:ln>
              <a:effectLst/>
              <a:latin typeface="Calisto MT"/>
              <a:cs typeface="Times New Roman"/>
            </a:endParaRPr>
          </a:p>
          <a:p>
            <a:pPr marR="0" lvl="0" defTabSz="914400" rtl="0" eaLnBrk="0" fontAlgn="base" latinLnBrk="0" hangingPunct="0">
              <a:lnSpc>
                <a:spcPct val="110000"/>
              </a:lnSpc>
              <a:spcBef>
                <a:spcPct val="0"/>
              </a:spcBef>
              <a:spcAft>
                <a:spcPts val="600"/>
              </a:spcAft>
              <a:buClrTx/>
              <a:buSzTx/>
              <a:buFont typeface="Arial"/>
              <a:buChar char="•"/>
              <a:tabLst/>
            </a:pPr>
            <a:r>
              <a:rPr kumimoji="0" lang="en-US" altLang="en-US" sz="2400" i="0" u="none" strike="noStrike" cap="none" normalizeH="0" baseline="0" dirty="0">
                <a:ln>
                  <a:noFill/>
                </a:ln>
                <a:effectLst/>
                <a:latin typeface="Calisto MT"/>
                <a:cs typeface="Times New Roman"/>
              </a:rPr>
              <a:t>References</a:t>
            </a:r>
            <a:endParaRPr lang="en-US" altLang="en-US" sz="2400" i="0" u="none" strike="noStrike" cap="none" normalizeH="0" baseline="0" dirty="0">
              <a:ln>
                <a:noFill/>
              </a:ln>
              <a:effectLst/>
              <a:latin typeface="Calisto MT"/>
              <a:cs typeface="Times New Roman"/>
            </a:endParaRPr>
          </a:p>
        </p:txBody>
      </p:sp>
    </p:spTree>
    <p:extLst>
      <p:ext uri="{BB962C8B-B14F-4D97-AF65-F5344CB8AC3E}">
        <p14:creationId xmlns:p14="http://schemas.microsoft.com/office/powerpoint/2010/main" val="1729207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C99D3-8671-D497-95D4-1CDB0C5B6E36}"/>
              </a:ext>
            </a:extLst>
          </p:cNvPr>
          <p:cNvSpPr>
            <a:spLocks noGrp="1"/>
          </p:cNvSpPr>
          <p:nvPr>
            <p:ph type="title"/>
          </p:nvPr>
        </p:nvSpPr>
        <p:spPr>
          <a:xfrm>
            <a:off x="1005382" y="470559"/>
            <a:ext cx="9895951" cy="1033669"/>
          </a:xfrm>
        </p:spPr>
        <p:txBody>
          <a:bodyPr>
            <a:normAutofit/>
          </a:bodyPr>
          <a:lstStyle/>
          <a:p>
            <a:r>
              <a:rPr lang="en-IN" sz="4000" dirty="0"/>
              <a:t>Introduction</a:t>
            </a:r>
          </a:p>
        </p:txBody>
      </p:sp>
      <p:sp>
        <p:nvSpPr>
          <p:cNvPr id="4" name="Rectangle 1">
            <a:extLst>
              <a:ext uri="{FF2B5EF4-FFF2-40B4-BE49-F238E27FC236}">
                <a16:creationId xmlns:a16="http://schemas.microsoft.com/office/drawing/2014/main" id="{95FF5B90-7191-0360-DC7C-E941BEEA7D40}"/>
              </a:ext>
            </a:extLst>
          </p:cNvPr>
          <p:cNvSpPr>
            <a:spLocks noGrp="1" noChangeArrowheads="1"/>
          </p:cNvSpPr>
          <p:nvPr>
            <p:ph idx="1"/>
          </p:nvPr>
        </p:nvSpPr>
        <p:spPr bwMode="auto">
          <a:xfrm>
            <a:off x="1005382" y="2067991"/>
            <a:ext cx="10181231" cy="414218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marL="171450" marR="0" lvl="0" indent="-171450" algn="just" defTabSz="914400" rtl="0" eaLnBrk="0" fontAlgn="base" latinLnBrk="0" hangingPunct="0">
              <a:lnSpc>
                <a:spcPct val="110000"/>
              </a:lnSpc>
              <a:spcBef>
                <a:spcPct val="0"/>
              </a:spcBef>
              <a:spcAft>
                <a:spcPts val="600"/>
              </a:spcAft>
              <a:buClrTx/>
              <a:buSzTx/>
              <a:tabLst/>
            </a:pPr>
            <a:r>
              <a:rPr kumimoji="0" lang="en-US" altLang="en-US" sz="1800" b="1" i="0" u="none" strike="noStrike" cap="none" normalizeH="0" baseline="0" dirty="0">
                <a:ln>
                  <a:noFill/>
                </a:ln>
                <a:effectLst/>
                <a:latin typeface="Calisto MT"/>
                <a:cs typeface="Arial"/>
              </a:rPr>
              <a:t>Steganography: </a:t>
            </a:r>
            <a:r>
              <a:rPr kumimoji="0" lang="en-US" altLang="en-US" sz="1800" i="0" u="none" strike="noStrike" cap="none" normalizeH="0" baseline="0" dirty="0">
                <a:ln>
                  <a:noFill/>
                </a:ln>
                <a:effectLst/>
                <a:latin typeface="Calisto MT"/>
                <a:cs typeface="Arial"/>
              </a:rPr>
              <a:t>The technique of hiding secret data within a digita</a:t>
            </a:r>
            <a:r>
              <a:rPr lang="en-US" altLang="en-US" sz="1800" dirty="0">
                <a:latin typeface="Calisto MT"/>
                <a:cs typeface="Arial"/>
              </a:rPr>
              <a:t>l media (commonly images)</a:t>
            </a:r>
            <a:r>
              <a:rPr kumimoji="0" lang="en-US" altLang="en-US" sz="1800" i="0" u="none" strike="noStrike" cap="none" normalizeH="0" baseline="0" dirty="0">
                <a:ln>
                  <a:noFill/>
                </a:ln>
                <a:effectLst/>
                <a:latin typeface="Calisto MT"/>
                <a:cs typeface="Arial"/>
              </a:rPr>
              <a:t>.</a:t>
            </a:r>
            <a:endParaRPr lang="en-US" sz="1800" dirty="0">
              <a:latin typeface="Calisto MT"/>
              <a:cs typeface="Arial"/>
            </a:endParaRPr>
          </a:p>
          <a:p>
            <a:pPr marL="171450" marR="0" lvl="0" indent="-171450" algn="just" defTabSz="914400" rtl="0" eaLnBrk="0" fontAlgn="base" latinLnBrk="0" hangingPunct="0">
              <a:lnSpc>
                <a:spcPct val="110000"/>
              </a:lnSpc>
              <a:spcBef>
                <a:spcPct val="0"/>
              </a:spcBef>
              <a:spcAft>
                <a:spcPts val="600"/>
              </a:spcAft>
              <a:buClrTx/>
              <a:buSzTx/>
              <a:tabLst/>
            </a:pPr>
            <a:r>
              <a:rPr kumimoji="0" lang="en-US" altLang="en-US" sz="1800" b="1" i="0" u="none" strike="noStrike" cap="none" normalizeH="0" baseline="0" dirty="0">
                <a:ln>
                  <a:noFill/>
                </a:ln>
                <a:effectLst/>
                <a:latin typeface="Calisto MT"/>
                <a:cs typeface="Arial"/>
              </a:rPr>
              <a:t>Steganalysis: </a:t>
            </a:r>
            <a:r>
              <a:rPr kumimoji="0" lang="en-US" altLang="en-US" sz="1800" i="0" u="none" strike="noStrike" cap="none" normalizeH="0" baseline="0" dirty="0">
                <a:ln>
                  <a:noFill/>
                </a:ln>
                <a:effectLst/>
                <a:latin typeface="Calisto MT"/>
                <a:cs typeface="Arial"/>
              </a:rPr>
              <a:t>The process of detecting whether an image contains hidden data.</a:t>
            </a:r>
          </a:p>
          <a:p>
            <a:pPr marL="171450" indent="-171450" algn="just" eaLnBrk="0" fontAlgn="base" hangingPunct="0">
              <a:lnSpc>
                <a:spcPct val="110000"/>
              </a:lnSpc>
              <a:spcBef>
                <a:spcPct val="0"/>
              </a:spcBef>
              <a:spcAft>
                <a:spcPts val="600"/>
              </a:spcAft>
            </a:pPr>
            <a:r>
              <a:rPr lang="en-US" altLang="en-US" sz="1800" dirty="0">
                <a:latin typeface="Calisto MT"/>
                <a:cs typeface="Arial"/>
              </a:rPr>
              <a:t>It has valid uses, such as copyright protection, secure communication, it is also misused for secret cyberattacks and illegal data transfers.</a:t>
            </a:r>
            <a:endParaRPr lang="en-US" altLang="en-US" sz="1800" i="0" u="none" strike="noStrike" cap="none" normalizeH="0" baseline="0" dirty="0">
              <a:ln>
                <a:noFill/>
              </a:ln>
              <a:effectLst/>
              <a:latin typeface="Calisto MT"/>
              <a:cs typeface="Arial"/>
            </a:endParaRPr>
          </a:p>
          <a:p>
            <a:pPr marL="0" marR="0" lvl="0" indent="0" algn="just" defTabSz="914400" rtl="0" eaLnBrk="0" fontAlgn="base" latinLnBrk="0" hangingPunct="0">
              <a:lnSpc>
                <a:spcPct val="110000"/>
              </a:lnSpc>
              <a:spcBef>
                <a:spcPct val="0"/>
              </a:spcBef>
              <a:spcAft>
                <a:spcPts val="600"/>
              </a:spcAft>
              <a:buClrTx/>
              <a:buSzTx/>
              <a:buNone/>
              <a:tabLst/>
            </a:pPr>
            <a:r>
              <a:rPr kumimoji="0" lang="en-US" altLang="en-US" sz="1800" b="1" i="0" u="none" strike="noStrike" cap="none" normalizeH="0" baseline="0" dirty="0">
                <a:ln>
                  <a:noFill/>
                </a:ln>
                <a:effectLst/>
                <a:latin typeface="Calisto MT"/>
                <a:cs typeface="Arial"/>
              </a:rPr>
              <a:t>Why Steganalysis Matters:</a:t>
            </a:r>
            <a:endParaRPr lang="en-US" altLang="en-US" sz="1800" b="1" i="0" u="none" strike="noStrike" cap="none" normalizeH="0" baseline="0" dirty="0">
              <a:ln>
                <a:noFill/>
              </a:ln>
              <a:effectLst/>
              <a:latin typeface="Calisto MT"/>
              <a:cs typeface="Arial"/>
            </a:endParaRPr>
          </a:p>
          <a:p>
            <a:pPr marL="171450" marR="0" lvl="0" indent="-171450" algn="just" defTabSz="914400" rtl="0" eaLnBrk="0" fontAlgn="base" latinLnBrk="0" hangingPunct="0">
              <a:lnSpc>
                <a:spcPct val="110000"/>
              </a:lnSpc>
              <a:spcBef>
                <a:spcPct val="0"/>
              </a:spcBef>
              <a:spcAft>
                <a:spcPts val="600"/>
              </a:spcAft>
              <a:buClrTx/>
              <a:buSzTx/>
              <a:tabLst/>
            </a:pPr>
            <a:r>
              <a:rPr kumimoji="0" lang="en-US" altLang="en-US" sz="1800" i="0" u="none" strike="noStrike" cap="none" normalizeH="0" baseline="0" dirty="0">
                <a:ln>
                  <a:noFill/>
                </a:ln>
                <a:effectLst/>
                <a:latin typeface="Calisto MT"/>
                <a:cs typeface="Arial"/>
              </a:rPr>
              <a:t>Crucial for cybersecurity, intelligence, law enforcement, and digital forensics.</a:t>
            </a:r>
            <a:endParaRPr lang="en-US" altLang="en-US" sz="1800" i="0" u="none" strike="noStrike" cap="none" normalizeH="0" baseline="0" dirty="0">
              <a:ln>
                <a:noFill/>
              </a:ln>
              <a:effectLst/>
              <a:latin typeface="Calisto MT"/>
              <a:cs typeface="Arial"/>
            </a:endParaRPr>
          </a:p>
          <a:p>
            <a:pPr marL="171450" marR="0" lvl="0" indent="-171450" algn="just" defTabSz="914400" rtl="0" eaLnBrk="0" fontAlgn="base" latinLnBrk="0" hangingPunct="0">
              <a:lnSpc>
                <a:spcPct val="110000"/>
              </a:lnSpc>
              <a:spcBef>
                <a:spcPct val="0"/>
              </a:spcBef>
              <a:spcAft>
                <a:spcPts val="600"/>
              </a:spcAft>
              <a:buClrTx/>
              <a:buSzTx/>
              <a:tabLst/>
            </a:pPr>
            <a:r>
              <a:rPr kumimoji="0" lang="en-US" altLang="en-US" sz="1800" i="0" u="none" strike="noStrike" cap="none" normalizeH="0" baseline="0" dirty="0">
                <a:ln>
                  <a:noFill/>
                </a:ln>
                <a:effectLst/>
                <a:latin typeface="Calisto MT"/>
                <a:cs typeface="Arial"/>
              </a:rPr>
              <a:t>Steganography is increasingly used for covert communication in cybercrimes.</a:t>
            </a:r>
            <a:endParaRPr lang="en-US" altLang="en-US" sz="1800" i="0" u="none" strike="noStrike" cap="none" normalizeH="0" baseline="0" dirty="0">
              <a:ln>
                <a:noFill/>
              </a:ln>
              <a:effectLst/>
              <a:latin typeface="Calisto MT"/>
              <a:cs typeface="Arial"/>
            </a:endParaRPr>
          </a:p>
          <a:p>
            <a:pPr marL="0" marR="0" lvl="0" indent="0" algn="just" defTabSz="914400" rtl="0" eaLnBrk="0" fontAlgn="base" latinLnBrk="0" hangingPunct="0">
              <a:lnSpc>
                <a:spcPct val="110000"/>
              </a:lnSpc>
              <a:spcBef>
                <a:spcPct val="0"/>
              </a:spcBef>
              <a:spcAft>
                <a:spcPts val="600"/>
              </a:spcAft>
              <a:buClrTx/>
              <a:buSzTx/>
              <a:buNone/>
              <a:tabLst/>
            </a:pPr>
            <a:r>
              <a:rPr kumimoji="0" lang="en-US" altLang="en-US" sz="1800" b="1" i="0" u="none" strike="noStrike" cap="none" normalizeH="0" baseline="0" dirty="0">
                <a:ln>
                  <a:noFill/>
                </a:ln>
                <a:effectLst/>
                <a:latin typeface="Calisto MT"/>
                <a:cs typeface="Arial"/>
              </a:rPr>
              <a:t>Traditional vs. Deep Learning Approaches:</a:t>
            </a:r>
            <a:endParaRPr lang="en-US" altLang="en-US" sz="1800" b="1" i="0" u="none" strike="noStrike" cap="none" normalizeH="0" baseline="0" dirty="0">
              <a:ln>
                <a:noFill/>
              </a:ln>
              <a:effectLst/>
              <a:latin typeface="Calisto MT"/>
              <a:cs typeface="Arial"/>
            </a:endParaRPr>
          </a:p>
          <a:p>
            <a:pPr marL="171450" marR="0" lvl="0" indent="-171450" algn="just" defTabSz="914400" rtl="0" eaLnBrk="0" fontAlgn="base" latinLnBrk="0" hangingPunct="0">
              <a:lnSpc>
                <a:spcPct val="110000"/>
              </a:lnSpc>
              <a:spcBef>
                <a:spcPct val="0"/>
              </a:spcBef>
              <a:spcAft>
                <a:spcPts val="600"/>
              </a:spcAft>
              <a:buClrTx/>
              <a:buSzTx/>
              <a:tabLst/>
            </a:pPr>
            <a:r>
              <a:rPr kumimoji="0" lang="en-US" altLang="en-US" sz="1800" i="0" u="none" strike="noStrike" cap="none" normalizeH="0" baseline="0" dirty="0">
                <a:ln>
                  <a:noFill/>
                </a:ln>
                <a:effectLst/>
                <a:latin typeface="Calisto MT"/>
                <a:cs typeface="Arial"/>
              </a:rPr>
              <a:t>Handcrafted feature-based steganalysis is limited in adaptability and scalability.</a:t>
            </a:r>
            <a:endParaRPr lang="en-US" altLang="en-US" sz="1800" i="0" u="none" strike="noStrike" cap="none" normalizeH="0" baseline="0" dirty="0">
              <a:ln>
                <a:noFill/>
              </a:ln>
              <a:effectLst/>
              <a:latin typeface="Calisto MT"/>
              <a:cs typeface="Arial"/>
            </a:endParaRPr>
          </a:p>
          <a:p>
            <a:pPr marL="171450" marR="0" lvl="0" indent="-171450" algn="just" defTabSz="914400" rtl="0" eaLnBrk="0" fontAlgn="base" latinLnBrk="0" hangingPunct="0">
              <a:lnSpc>
                <a:spcPct val="110000"/>
              </a:lnSpc>
              <a:spcBef>
                <a:spcPct val="0"/>
              </a:spcBef>
              <a:spcAft>
                <a:spcPts val="600"/>
              </a:spcAft>
              <a:buClrTx/>
              <a:buSzTx/>
              <a:tabLst/>
            </a:pPr>
            <a:r>
              <a:rPr kumimoji="0" lang="en-US" altLang="en-US" sz="1800" i="0" u="none" strike="noStrike" cap="none" normalizeH="0" baseline="0" dirty="0">
                <a:ln>
                  <a:noFill/>
                </a:ln>
                <a:effectLst/>
                <a:latin typeface="Calisto MT"/>
                <a:cs typeface="Arial"/>
              </a:rPr>
              <a:t>Deep CNNs (e.g., </a:t>
            </a:r>
            <a:r>
              <a:rPr kumimoji="0" lang="en-US" altLang="en-US" sz="1800" i="0" u="none" strike="noStrike" cap="none" normalizeH="0" baseline="0" dirty="0" err="1">
                <a:ln>
                  <a:noFill/>
                </a:ln>
                <a:effectLst/>
                <a:latin typeface="Calisto MT"/>
                <a:cs typeface="Arial"/>
              </a:rPr>
              <a:t>CSRNet</a:t>
            </a:r>
            <a:r>
              <a:rPr kumimoji="0" lang="en-US" altLang="en-US" sz="1800" i="0" u="none" strike="noStrike" cap="none" normalizeH="0" baseline="0" dirty="0">
                <a:ln>
                  <a:noFill/>
                </a:ln>
                <a:effectLst/>
                <a:latin typeface="Calisto MT"/>
                <a:cs typeface="Arial"/>
              </a:rPr>
              <a:t>) have significantly detection performance.</a:t>
            </a:r>
            <a:endParaRPr lang="en-US" altLang="en-US" sz="1800" i="0" u="none" strike="noStrike" cap="none" normalizeH="0" baseline="0" dirty="0">
              <a:ln>
                <a:noFill/>
              </a:ln>
              <a:effectLst/>
              <a:latin typeface="Calisto MT"/>
              <a:cs typeface="Arial"/>
            </a:endParaRPr>
          </a:p>
          <a:p>
            <a:pPr marL="0" marR="0" lvl="0" indent="0" algn="just" defTabSz="914400" rtl="0" eaLnBrk="0" fontAlgn="base" latinLnBrk="0" hangingPunct="0">
              <a:lnSpc>
                <a:spcPct val="110000"/>
              </a:lnSpc>
              <a:spcBef>
                <a:spcPct val="0"/>
              </a:spcBef>
              <a:spcAft>
                <a:spcPts val="600"/>
              </a:spcAft>
              <a:buClrTx/>
              <a:buSzTx/>
              <a:buNone/>
              <a:tabLst/>
            </a:pPr>
            <a:r>
              <a:rPr kumimoji="0" lang="en-US" altLang="en-US" sz="1800" b="1" i="0" u="none" strike="noStrike" cap="none" normalizeH="0" baseline="0" dirty="0">
                <a:ln>
                  <a:noFill/>
                </a:ln>
                <a:effectLst/>
                <a:latin typeface="Calisto MT"/>
                <a:cs typeface="Arial"/>
              </a:rPr>
              <a:t>Explainable AI (XAI) Importance:</a:t>
            </a:r>
            <a:endParaRPr lang="en-US" altLang="en-US" sz="1800" b="1" i="0" u="none" strike="noStrike" cap="none" normalizeH="0" baseline="0" dirty="0">
              <a:ln>
                <a:noFill/>
              </a:ln>
              <a:effectLst/>
              <a:latin typeface="Calisto MT"/>
              <a:cs typeface="Arial"/>
            </a:endParaRPr>
          </a:p>
          <a:p>
            <a:pPr marL="171450" marR="0" lvl="0" indent="-171450" algn="just" defTabSz="914400" rtl="0" eaLnBrk="0" fontAlgn="base" latinLnBrk="0" hangingPunct="0">
              <a:lnSpc>
                <a:spcPct val="110000"/>
              </a:lnSpc>
              <a:spcBef>
                <a:spcPct val="0"/>
              </a:spcBef>
              <a:spcAft>
                <a:spcPts val="600"/>
              </a:spcAft>
              <a:buClrTx/>
              <a:buSzTx/>
              <a:tabLst/>
            </a:pPr>
            <a:r>
              <a:rPr kumimoji="0" lang="en-US" altLang="en-US" sz="1800" i="0" u="none" strike="noStrike" cap="none" normalizeH="0" baseline="0" dirty="0">
                <a:ln>
                  <a:noFill/>
                </a:ln>
                <a:effectLst/>
                <a:latin typeface="Calisto MT"/>
                <a:cs typeface="Arial"/>
              </a:rPr>
              <a:t>Need for visual and interpretable explanation of model predictions.</a:t>
            </a:r>
            <a:endParaRPr lang="en-US" altLang="en-US" sz="1800" i="0" u="none" strike="noStrike" cap="none" normalizeH="0" baseline="0" dirty="0">
              <a:ln>
                <a:noFill/>
              </a:ln>
              <a:effectLst/>
              <a:latin typeface="Calisto MT"/>
              <a:cs typeface="Arial"/>
            </a:endParaRPr>
          </a:p>
        </p:txBody>
      </p:sp>
    </p:spTree>
    <p:extLst>
      <p:ext uri="{BB962C8B-B14F-4D97-AF65-F5344CB8AC3E}">
        <p14:creationId xmlns:p14="http://schemas.microsoft.com/office/powerpoint/2010/main" val="3006947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191EA-8069-0C79-128A-3349057AA295}"/>
              </a:ext>
            </a:extLst>
          </p:cNvPr>
          <p:cNvSpPr>
            <a:spLocks noGrp="1"/>
          </p:cNvSpPr>
          <p:nvPr>
            <p:ph type="title"/>
          </p:nvPr>
        </p:nvSpPr>
        <p:spPr>
          <a:xfrm>
            <a:off x="836675" y="308744"/>
            <a:ext cx="10515600" cy="1273233"/>
          </a:xfrm>
        </p:spPr>
        <p:txBody>
          <a:bodyPr>
            <a:normAutofit/>
          </a:bodyPr>
          <a:lstStyle/>
          <a:p>
            <a:r>
              <a:rPr lang="en-IN" sz="4000" dirty="0"/>
              <a:t>Literature Review</a:t>
            </a:r>
          </a:p>
        </p:txBody>
      </p:sp>
      <p:graphicFrame>
        <p:nvGraphicFramePr>
          <p:cNvPr id="4" name="Table 3">
            <a:extLst>
              <a:ext uri="{FF2B5EF4-FFF2-40B4-BE49-F238E27FC236}">
                <a16:creationId xmlns:a16="http://schemas.microsoft.com/office/drawing/2014/main" id="{96724A16-2780-9077-1BB4-16EDC3CE5E1B}"/>
              </a:ext>
            </a:extLst>
          </p:cNvPr>
          <p:cNvGraphicFramePr>
            <a:graphicFrameLocks noGrp="1"/>
          </p:cNvGraphicFramePr>
          <p:nvPr>
            <p:extLst>
              <p:ext uri="{D42A27DB-BD31-4B8C-83A1-F6EECF244321}">
                <p14:modId xmlns:p14="http://schemas.microsoft.com/office/powerpoint/2010/main" val="2811191787"/>
              </p:ext>
            </p:extLst>
          </p:nvPr>
        </p:nvGraphicFramePr>
        <p:xfrm>
          <a:off x="586092" y="1086037"/>
          <a:ext cx="11016765" cy="5683731"/>
        </p:xfrm>
        <a:graphic>
          <a:graphicData uri="http://schemas.openxmlformats.org/drawingml/2006/table">
            <a:tbl>
              <a:tblPr>
                <a:tableStyleId>{2D5ABB26-0587-4C30-8999-92F81FD0307C}</a:tableStyleId>
              </a:tblPr>
              <a:tblGrid>
                <a:gridCol w="592076">
                  <a:extLst>
                    <a:ext uri="{9D8B030D-6E8A-4147-A177-3AD203B41FA5}">
                      <a16:colId xmlns:a16="http://schemas.microsoft.com/office/drawing/2014/main" val="2865023971"/>
                    </a:ext>
                  </a:extLst>
                </a:gridCol>
                <a:gridCol w="1863969">
                  <a:extLst>
                    <a:ext uri="{9D8B030D-6E8A-4147-A177-3AD203B41FA5}">
                      <a16:colId xmlns:a16="http://schemas.microsoft.com/office/drawing/2014/main" val="2589166213"/>
                    </a:ext>
                  </a:extLst>
                </a:gridCol>
                <a:gridCol w="2312377">
                  <a:extLst>
                    <a:ext uri="{9D8B030D-6E8A-4147-A177-3AD203B41FA5}">
                      <a16:colId xmlns:a16="http://schemas.microsoft.com/office/drawing/2014/main" val="1884199861"/>
                    </a:ext>
                  </a:extLst>
                </a:gridCol>
                <a:gridCol w="3543300">
                  <a:extLst>
                    <a:ext uri="{9D8B030D-6E8A-4147-A177-3AD203B41FA5}">
                      <a16:colId xmlns:a16="http://schemas.microsoft.com/office/drawing/2014/main" val="245244464"/>
                    </a:ext>
                  </a:extLst>
                </a:gridCol>
                <a:gridCol w="2705043">
                  <a:extLst>
                    <a:ext uri="{9D8B030D-6E8A-4147-A177-3AD203B41FA5}">
                      <a16:colId xmlns:a16="http://schemas.microsoft.com/office/drawing/2014/main" val="1351296346"/>
                    </a:ext>
                  </a:extLst>
                </a:gridCol>
              </a:tblGrid>
              <a:tr h="315429">
                <a:tc>
                  <a:txBody>
                    <a:bodyPr/>
                    <a:lstStyle/>
                    <a:p>
                      <a:pPr algn="ctr"/>
                      <a:r>
                        <a:rPr lang="en-US" sz="1400" b="1" dirty="0"/>
                        <a:t>S. No.</a:t>
                      </a:r>
                      <a:endParaRPr lang="en-IN" sz="1400" b="1" dirty="0">
                        <a:latin typeface="Calisto MT" panose="02040603050505030304" pitchFamily="18" charset="0"/>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Author(s), Year</a:t>
                      </a:r>
                      <a:endParaRPr lang="en-IN" sz="1400" b="1" dirty="0">
                        <a:latin typeface="Calisto MT" panose="02040603050505030304" pitchFamily="18" charset="0"/>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Method/Approach</a:t>
                      </a:r>
                      <a:endParaRPr lang="en-IN" sz="1400" b="1" dirty="0">
                        <a:latin typeface="Calisto MT" panose="02040603050505030304" pitchFamily="18" charset="0"/>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b="1" dirty="0"/>
                        <a:t>Key Contribution</a:t>
                      </a:r>
                      <a:endParaRPr lang="en-IN" sz="1400" dirty="0">
                        <a:latin typeface="Calisto MT" panose="02040603050505030304" pitchFamily="18" charset="0"/>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b="1"/>
                        <a:t>Gaps Identified</a:t>
                      </a:r>
                      <a:endParaRPr lang="en-IN" sz="1400">
                        <a:latin typeface="Calisto MT" panose="02040603050505030304" pitchFamily="18" charset="0"/>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961101"/>
                  </a:ext>
                </a:extLst>
              </a:tr>
              <a:tr h="980466">
                <a:tc>
                  <a:txBody>
                    <a:bodyPr/>
                    <a:lstStyle/>
                    <a:p>
                      <a:pPr algn="ctr"/>
                      <a:r>
                        <a:rPr lang="en-US" sz="1400" kern="1200" dirty="0">
                          <a:solidFill>
                            <a:schemeClr val="dk1"/>
                          </a:solidFill>
                        </a:rPr>
                        <a:t>1</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Ma, Y., Yang, Z., Li, T., Xu, L., &amp; Qiao, Y. (2023)</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Use of CS &amp; residual networks with adaptive filtering to improve feature extraction.</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Improved detection accuracy by combining an adaptive filtered residual network with intelligent cover image selection to better capture hidden message traces.</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a:solidFill>
                            <a:schemeClr val="dk1"/>
                          </a:solidFill>
                        </a:rPr>
                        <a:t>Limited testing on diverse, real-world images; generalization to various stego methods unverified.</a:t>
                      </a:r>
                      <a:endParaRPr lang="en-US" sz="1400" kern="120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7523191"/>
                  </a:ext>
                </a:extLst>
              </a:tr>
              <a:tr h="1206726">
                <a:tc>
                  <a:txBody>
                    <a:bodyPr/>
                    <a:lstStyle/>
                    <a:p>
                      <a:pPr algn="ctr"/>
                      <a:r>
                        <a:rPr lang="en-US" sz="1400" kern="1200" dirty="0">
                          <a:solidFill>
                            <a:schemeClr val="dk1"/>
                          </a:solidFill>
                        </a:rPr>
                        <a:t>2</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Shehab, D. A., &amp; Alhaddad, M. J. (2022)</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Broad taxonomy of steganalysis techniques across image, audio, and video &amp; evaluation metrics discussed.</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Overview of multimedia steganalysis methods, emphasizing comparative analyses, and potential avenues for future study in a range of media formats.</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a:solidFill>
                            <a:schemeClr val="dk1"/>
                          </a:solidFill>
                        </a:rPr>
                        <a:t>Lacks deep focus on modern deep learning techniques and energy efficiency; minimal coverage of adversarial robustness.</a:t>
                      </a:r>
                      <a:endParaRPr lang="en-US" sz="1400" kern="120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9834559"/>
                  </a:ext>
                </a:extLst>
              </a:tr>
              <a:tr h="980466">
                <a:tc>
                  <a:txBody>
                    <a:bodyPr/>
                    <a:lstStyle/>
                    <a:p>
                      <a:pPr algn="ctr"/>
                      <a:r>
                        <a:rPr lang="en-US" sz="1400" kern="1200" dirty="0">
                          <a:solidFill>
                            <a:schemeClr val="dk1"/>
                          </a:solidFill>
                        </a:rPr>
                        <a:t>3</a:t>
                      </a:r>
                      <a:endParaRPr lang="en-IN"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err="1">
                          <a:solidFill>
                            <a:schemeClr val="dk1"/>
                          </a:solidFill>
                        </a:rPr>
                        <a:t>Kheddar</a:t>
                      </a:r>
                      <a:r>
                        <a:rPr lang="en-US" sz="1400" kern="1200" dirty="0">
                          <a:solidFill>
                            <a:schemeClr val="dk1"/>
                          </a:solidFill>
                        </a:rPr>
                        <a:t>, H., Hemis, M., Himeur, Y., Megias, D., &amp; Amira, A. (2024)</a:t>
                      </a:r>
                      <a:endParaRPr lang="en-IN"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Extensive survey of DL-based steganalysis methods and data types; taxonomy and challenge identification.</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Critical evaluation of deep learning-based steganalysis techniques for a variety of data kinds, pointing out present issues and suggesting directions for further study.</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a:solidFill>
                            <a:schemeClr val="dk1"/>
                          </a:solidFill>
                        </a:rPr>
                        <a:t>Emphasis still on images; minimal solutions for evolving steganographic threats; interpretability not addressed.</a:t>
                      </a:r>
                      <a:endParaRPr lang="en-US" sz="1400" kern="120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4470642"/>
                  </a:ext>
                </a:extLst>
              </a:tr>
              <a:tr h="980466">
                <a:tc>
                  <a:txBody>
                    <a:bodyPr/>
                    <a:lstStyle/>
                    <a:p>
                      <a:pPr algn="ctr"/>
                      <a:r>
                        <a:rPr lang="en-US" sz="1400" kern="1200" dirty="0">
                          <a:solidFill>
                            <a:schemeClr val="dk1"/>
                          </a:solidFill>
                        </a:rPr>
                        <a:t>4</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Zhu, Y., Wang, X., Chen, H. S., Salloum, R., &amp; Kuo, C. C. J. (2023)</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Focus on energy-efficient steganalysis using lightweight models.</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“Green learning" framework for image steganalysis that preserves high detection performance while drastically cutting down on computational expenses.</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Green learning still early-stage; performance trade-offs not deeply explored; lacks large-scale validation.</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6330961"/>
                  </a:ext>
                </a:extLst>
              </a:tr>
              <a:tr h="980466">
                <a:tc>
                  <a:txBody>
                    <a:bodyPr/>
                    <a:lstStyle/>
                    <a:p>
                      <a:pPr algn="ctr"/>
                      <a:r>
                        <a:rPr lang="en-US" sz="1400" kern="1200" dirty="0">
                          <a:solidFill>
                            <a:schemeClr val="dk1"/>
                          </a:solidFill>
                        </a:rPr>
                        <a:t>5</a:t>
                      </a:r>
                      <a:endParaRPr lang="en-IN"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kern="1200" dirty="0">
                          <a:solidFill>
                            <a:schemeClr val="dk1"/>
                          </a:solidFill>
                        </a:rPr>
                        <a:t>Gupta, A., </a:t>
                      </a:r>
                      <a:r>
                        <a:rPr lang="en-IN" sz="1400" kern="1200" dirty="0" err="1">
                          <a:solidFill>
                            <a:schemeClr val="dk1"/>
                          </a:solidFill>
                        </a:rPr>
                        <a:t>Chhikara</a:t>
                      </a:r>
                      <a:r>
                        <a:rPr lang="en-IN" sz="1400" kern="1200" dirty="0">
                          <a:solidFill>
                            <a:schemeClr val="dk1"/>
                          </a:solidFill>
                        </a:rPr>
                        <a:t>, R., &amp; Sharma, P. (2024)</a:t>
                      </a:r>
                      <a:endParaRPr lang="en-IN"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Development of a compact and efficient CNN (</a:t>
                      </a:r>
                      <a:r>
                        <a:rPr lang="en-US" sz="1400" kern="1200" dirty="0" err="1">
                          <a:solidFill>
                            <a:schemeClr val="dk1"/>
                          </a:solidFill>
                        </a:rPr>
                        <a:t>CIRNet</a:t>
                      </a:r>
                      <a:r>
                        <a:rPr lang="en-US" sz="1400" kern="1200" dirty="0">
                          <a:solidFill>
                            <a:schemeClr val="dk1"/>
                          </a:solidFill>
                        </a:rPr>
                        <a:t>) for universal steganalysis.</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err="1">
                          <a:solidFill>
                            <a:schemeClr val="dk1"/>
                          </a:solidFill>
                        </a:rPr>
                        <a:t>CIRNet</a:t>
                      </a:r>
                      <a:r>
                        <a:rPr lang="en-US" sz="1400" kern="1200" dirty="0">
                          <a:solidFill>
                            <a:schemeClr val="dk1"/>
                          </a:solidFill>
                        </a:rPr>
                        <a:t>, which has inverted residuals and provides reliable and effective universal steganalysis for a variety of </a:t>
                      </a:r>
                      <a:r>
                        <a:rPr lang="en-US" sz="1400" kern="1200" dirty="0" err="1">
                          <a:solidFill>
                            <a:schemeClr val="dk1"/>
                          </a:solidFill>
                        </a:rPr>
                        <a:t>stego</a:t>
                      </a:r>
                      <a:r>
                        <a:rPr lang="en-US" sz="1400" kern="1200" dirty="0">
                          <a:solidFill>
                            <a:schemeClr val="dk1"/>
                          </a:solidFill>
                        </a:rPr>
                        <a:t> techniques and payloads.</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Optimization for edge devices needs more validation; vulnerability to adversarial attacks unexplored.</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8959672"/>
                  </a:ext>
                </a:extLst>
              </a:tr>
            </a:tbl>
          </a:graphicData>
        </a:graphic>
      </p:graphicFrame>
    </p:spTree>
    <p:extLst>
      <p:ext uri="{BB962C8B-B14F-4D97-AF65-F5344CB8AC3E}">
        <p14:creationId xmlns:p14="http://schemas.microsoft.com/office/powerpoint/2010/main" val="4193790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A206D63-449F-6BB0-D1FD-7826F4F31C5C}"/>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FAE9D74-DCD0-8F47-62F4-8F01DBF5FE47}"/>
              </a:ext>
            </a:extLst>
          </p:cNvPr>
          <p:cNvGraphicFramePr>
            <a:graphicFrameLocks noGrp="1"/>
          </p:cNvGraphicFramePr>
          <p:nvPr>
            <p:extLst>
              <p:ext uri="{D42A27DB-BD31-4B8C-83A1-F6EECF244321}">
                <p14:modId xmlns:p14="http://schemas.microsoft.com/office/powerpoint/2010/main" val="2934354207"/>
              </p:ext>
            </p:extLst>
          </p:nvPr>
        </p:nvGraphicFramePr>
        <p:xfrm>
          <a:off x="627185" y="265719"/>
          <a:ext cx="10937630" cy="6326562"/>
        </p:xfrm>
        <a:graphic>
          <a:graphicData uri="http://schemas.openxmlformats.org/drawingml/2006/table">
            <a:tbl>
              <a:tblPr>
                <a:tableStyleId>{2D5ABB26-0587-4C30-8999-92F81FD0307C}</a:tableStyleId>
              </a:tblPr>
              <a:tblGrid>
                <a:gridCol w="580293">
                  <a:extLst>
                    <a:ext uri="{9D8B030D-6E8A-4147-A177-3AD203B41FA5}">
                      <a16:colId xmlns:a16="http://schemas.microsoft.com/office/drawing/2014/main" val="640757500"/>
                    </a:ext>
                  </a:extLst>
                </a:gridCol>
                <a:gridCol w="1951892">
                  <a:extLst>
                    <a:ext uri="{9D8B030D-6E8A-4147-A177-3AD203B41FA5}">
                      <a16:colId xmlns:a16="http://schemas.microsoft.com/office/drawing/2014/main" val="2858452659"/>
                    </a:ext>
                  </a:extLst>
                </a:gridCol>
                <a:gridCol w="2347546">
                  <a:extLst>
                    <a:ext uri="{9D8B030D-6E8A-4147-A177-3AD203B41FA5}">
                      <a16:colId xmlns:a16="http://schemas.microsoft.com/office/drawing/2014/main" val="3616622675"/>
                    </a:ext>
                  </a:extLst>
                </a:gridCol>
                <a:gridCol w="3191608">
                  <a:extLst>
                    <a:ext uri="{9D8B030D-6E8A-4147-A177-3AD203B41FA5}">
                      <a16:colId xmlns:a16="http://schemas.microsoft.com/office/drawing/2014/main" val="2938132267"/>
                    </a:ext>
                  </a:extLst>
                </a:gridCol>
                <a:gridCol w="2866291">
                  <a:extLst>
                    <a:ext uri="{9D8B030D-6E8A-4147-A177-3AD203B41FA5}">
                      <a16:colId xmlns:a16="http://schemas.microsoft.com/office/drawing/2014/main" val="3595116089"/>
                    </a:ext>
                  </a:extLst>
                </a:gridCol>
              </a:tblGrid>
              <a:tr h="401925">
                <a:tc>
                  <a:txBody>
                    <a:bodyPr/>
                    <a:lstStyle/>
                    <a:p>
                      <a:pPr algn="ctr"/>
                      <a:r>
                        <a:rPr lang="en-US" sz="1400" b="1" kern="1200" dirty="0">
                          <a:solidFill>
                            <a:schemeClr val="dk1"/>
                          </a:solidFill>
                        </a:rPr>
                        <a:t>S. No.</a:t>
                      </a:r>
                      <a:endParaRPr lang="en-IN" sz="1400" b="1"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kern="1200" dirty="0">
                          <a:solidFill>
                            <a:schemeClr val="dk1"/>
                          </a:solidFill>
                        </a:rPr>
                        <a:t>Author(s), Year</a:t>
                      </a:r>
                      <a:endParaRPr lang="en-IN" sz="1400" b="1"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kern="1200" dirty="0">
                          <a:solidFill>
                            <a:schemeClr val="dk1"/>
                          </a:solidFill>
                        </a:rPr>
                        <a:t>Method/Approach</a:t>
                      </a:r>
                      <a:endParaRPr lang="en-IN" sz="1400" b="1"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b="1" kern="1200" dirty="0">
                          <a:solidFill>
                            <a:schemeClr val="dk1"/>
                          </a:solidFill>
                        </a:rPr>
                        <a:t>Key Contribution</a:t>
                      </a:r>
                      <a:endParaRPr lang="en-IN" sz="1400" b="1"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b="1" kern="1200" dirty="0">
                          <a:solidFill>
                            <a:schemeClr val="dk1"/>
                          </a:solidFill>
                        </a:rPr>
                        <a:t>Gaps Identified</a:t>
                      </a:r>
                      <a:endParaRPr lang="en-IN" sz="1400" b="1"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2757696"/>
                  </a:ext>
                </a:extLst>
              </a:tr>
              <a:tr h="1096629">
                <a:tc>
                  <a:txBody>
                    <a:bodyPr/>
                    <a:lstStyle/>
                    <a:p>
                      <a:pPr algn="ctr"/>
                      <a:r>
                        <a:rPr lang="en-US" sz="1400" kern="1200" dirty="0">
                          <a:solidFill>
                            <a:schemeClr val="dk1"/>
                          </a:solidFill>
                        </a:rPr>
                        <a:t>6</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Kuznetsov, O., </a:t>
                      </a:r>
                      <a:r>
                        <a:rPr lang="en-US" sz="1400" kern="1200" dirty="0" err="1">
                          <a:solidFill>
                            <a:schemeClr val="dk1"/>
                          </a:solidFill>
                        </a:rPr>
                        <a:t>Frontoni</a:t>
                      </a:r>
                      <a:r>
                        <a:rPr lang="en-US" sz="1400" kern="1200" dirty="0">
                          <a:solidFill>
                            <a:schemeClr val="dk1"/>
                          </a:solidFill>
                        </a:rPr>
                        <a:t>, E., Chernov, K., Kuznetsova, K., Shevchuk, R., &amp; Karpinski, M. (2024)</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Fine-tuning of deep residual networks for spread spectrum steganography detection.</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By optimizing a deep residual network, it was possible to improve the detection of spread spectrum image steganography, demonstrating AI's efficacy in steganalysis under difficult circumstances.</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Specific to spread spectrum methods; lacks generalization to other </a:t>
                      </a:r>
                      <a:r>
                        <a:rPr lang="en-US" sz="1400" kern="1200" dirty="0" err="1">
                          <a:solidFill>
                            <a:schemeClr val="dk1"/>
                          </a:solidFill>
                        </a:rPr>
                        <a:t>stego</a:t>
                      </a:r>
                      <a:r>
                        <a:rPr lang="en-US" sz="1400" kern="1200" dirty="0">
                          <a:solidFill>
                            <a:schemeClr val="dk1"/>
                          </a:solidFill>
                        </a:rPr>
                        <a:t> types or unseen embedding algorithms.</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8327761"/>
                  </a:ext>
                </a:extLst>
              </a:tr>
              <a:tr h="1096629">
                <a:tc>
                  <a:txBody>
                    <a:bodyPr/>
                    <a:lstStyle/>
                    <a:p>
                      <a:pPr algn="ctr"/>
                      <a:r>
                        <a:rPr lang="en-US" sz="1400" kern="1200" dirty="0">
                          <a:solidFill>
                            <a:schemeClr val="dk1"/>
                          </a:solidFill>
                        </a:rPr>
                        <a:t>7</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Shrikumar, A., Greenside, P., &amp; Kundaje, A. (2017, July)</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Introduces </a:t>
                      </a:r>
                      <a:r>
                        <a:rPr lang="en-US" sz="1400" kern="1200" dirty="0" err="1">
                          <a:solidFill>
                            <a:schemeClr val="dk1"/>
                          </a:solidFill>
                        </a:rPr>
                        <a:t>DeepLIFT</a:t>
                      </a:r>
                      <a:r>
                        <a:rPr lang="en-US" sz="1400" kern="1200" dirty="0">
                          <a:solidFill>
                            <a:schemeClr val="dk1"/>
                          </a:solidFill>
                        </a:rPr>
                        <a:t> for feature importance and model interpretability in neural networks.</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err="1">
                          <a:solidFill>
                            <a:schemeClr val="dk1"/>
                          </a:solidFill>
                        </a:rPr>
                        <a:t>DeepLIFT</a:t>
                      </a:r>
                      <a:r>
                        <a:rPr lang="en-US" sz="1400" kern="1200" dirty="0">
                          <a:solidFill>
                            <a:schemeClr val="dk1"/>
                          </a:solidFill>
                        </a:rPr>
                        <a:t>, a novel feature attribution technique, effectively finds significant input features in neural networks and improves the interpretability of the model.</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Not directly applied to steganalysis; integration of interpretability into security-critical models remains limited.</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9273522"/>
                  </a:ext>
                </a:extLst>
              </a:tr>
              <a:tr h="1096629">
                <a:tc>
                  <a:txBody>
                    <a:bodyPr/>
                    <a:lstStyle/>
                    <a:p>
                      <a:pPr algn="ctr"/>
                      <a:r>
                        <a:rPr lang="en-US" sz="1400" kern="1200" dirty="0">
                          <a:solidFill>
                            <a:schemeClr val="dk1"/>
                          </a:solidFill>
                        </a:rPr>
                        <a:t>8</a:t>
                      </a:r>
                      <a:endParaRPr lang="en-IN"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Huang, S., Zhang, M., Ke, Y., Bi, X., &amp; Kong, Y. (2022)</a:t>
                      </a:r>
                      <a:endParaRPr lang="en-IN"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Attention mechanisms improve spatial feature sensitivity in steganalysis.</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Attention-augmented convolutional model that improves steganalysis by concentrating on areas that are sensitive to </a:t>
                      </a:r>
                      <a:r>
                        <a:rPr lang="en-US" sz="1400" kern="1200" dirty="0" err="1">
                          <a:solidFill>
                            <a:schemeClr val="dk1"/>
                          </a:solidFill>
                        </a:rPr>
                        <a:t>stego</a:t>
                      </a:r>
                      <a:r>
                        <a:rPr lang="en-US" sz="1400" kern="1200" dirty="0">
                          <a:solidFill>
                            <a:schemeClr val="dk1"/>
                          </a:solidFill>
                        </a:rPr>
                        <a:t>, which results in a more precise identification of hidden data.</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Computationally intensive; real-time applications not addressed; dataset diversity could be improved.</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8324572"/>
                  </a:ext>
                </a:extLst>
              </a:tr>
              <a:tr h="1096629">
                <a:tc>
                  <a:txBody>
                    <a:bodyPr/>
                    <a:lstStyle/>
                    <a:p>
                      <a:pPr algn="ctr"/>
                      <a:r>
                        <a:rPr lang="en-US" sz="1400" kern="1200" dirty="0">
                          <a:solidFill>
                            <a:schemeClr val="dk1"/>
                          </a:solidFill>
                        </a:rPr>
                        <a:t>9</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Gao, X., Yi, J., Liu, L., &amp; Tan, L. (2025)</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Use of big data matching and improved ResNet50 for generic steganalysis.</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Steganalysis framework to increase the generalization and precision of hidden image detection by fusing an improved ResNet50 architecture with big data-based pattern matching.</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kern="1200" dirty="0">
                          <a:solidFill>
                            <a:schemeClr val="dk1"/>
                          </a:solidFill>
                        </a:rPr>
                        <a:t>Scalability to dynamic datasets not clear; lacks testing on resource-constrained environments.</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1753404"/>
                  </a:ext>
                </a:extLst>
              </a:tr>
              <a:tr h="1096629">
                <a:tc>
                  <a:txBody>
                    <a:bodyPr/>
                    <a:lstStyle/>
                    <a:p>
                      <a:pPr marL="0" algn="ctr" defTabSz="914400" rtl="0" eaLnBrk="1" latinLnBrk="0" hangingPunct="1"/>
                      <a:r>
                        <a:rPr lang="en-US" sz="1400" kern="1200" dirty="0">
                          <a:solidFill>
                            <a:schemeClr val="dk1"/>
                          </a:solidFill>
                        </a:rPr>
                        <a:t>10</a:t>
                      </a:r>
                      <a:endParaRPr lang="en-IN"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sz="1400" kern="1200" dirty="0" err="1">
                          <a:solidFill>
                            <a:schemeClr val="dk1"/>
                          </a:solidFill>
                        </a:rPr>
                        <a:t>Mhawi</a:t>
                      </a:r>
                      <a:r>
                        <a:rPr lang="en-US" sz="1400" kern="1200" dirty="0">
                          <a:solidFill>
                            <a:schemeClr val="dk1"/>
                          </a:solidFill>
                        </a:rPr>
                        <a:t>, M. Y., Abdullah, H. N., &amp; Sikora, A. (2024)</a:t>
                      </a:r>
                      <a:endParaRPr lang="en-IN"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sz="1400" kern="1200" dirty="0">
                          <a:solidFill>
                            <a:schemeClr val="dk1"/>
                          </a:solidFill>
                        </a:rPr>
                        <a:t>Overview of how GANs can generate and detect steganographic images.</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sz="1400" kern="1200" dirty="0">
                          <a:solidFill>
                            <a:schemeClr val="dk1"/>
                          </a:solidFill>
                        </a:rPr>
                        <a:t>Highlighted significant developments, difficulties, and unmet research needs in the field of image security using GANs, specifically in steganalysis.</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sz="1400" kern="1200" dirty="0">
                          <a:solidFill>
                            <a:schemeClr val="dk1"/>
                          </a:solidFill>
                        </a:rPr>
                        <a:t>Little discussion on GAN resistance to adversarial samples; no exploration of training stability or ethics.</a:t>
                      </a:r>
                      <a:endParaRPr lang="en-US" sz="14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439774"/>
                  </a:ext>
                </a:extLst>
              </a:tr>
            </a:tbl>
          </a:graphicData>
        </a:graphic>
      </p:graphicFrame>
    </p:spTree>
    <p:extLst>
      <p:ext uri="{BB962C8B-B14F-4D97-AF65-F5344CB8AC3E}">
        <p14:creationId xmlns:p14="http://schemas.microsoft.com/office/powerpoint/2010/main" val="341459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6C79688-CCAE-5A25-8FE1-71070E3FE06E}"/>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A4D3AB07-9661-9AA0-E0FA-9E6C68247F1A}"/>
              </a:ext>
            </a:extLst>
          </p:cNvPr>
          <p:cNvGraphicFramePr>
            <a:graphicFrameLocks noGrp="1"/>
          </p:cNvGraphicFramePr>
          <p:nvPr>
            <p:extLst>
              <p:ext uri="{D42A27DB-BD31-4B8C-83A1-F6EECF244321}">
                <p14:modId xmlns:p14="http://schemas.microsoft.com/office/powerpoint/2010/main" val="148271178"/>
              </p:ext>
            </p:extLst>
          </p:nvPr>
        </p:nvGraphicFramePr>
        <p:xfrm>
          <a:off x="353100" y="524522"/>
          <a:ext cx="11482752" cy="6041729"/>
        </p:xfrm>
        <a:graphic>
          <a:graphicData uri="http://schemas.openxmlformats.org/drawingml/2006/table">
            <a:tbl>
              <a:tblPr>
                <a:tableStyleId>{2D5ABB26-0587-4C30-8999-92F81FD0307C}</a:tableStyleId>
              </a:tblPr>
              <a:tblGrid>
                <a:gridCol w="595921">
                  <a:extLst>
                    <a:ext uri="{9D8B030D-6E8A-4147-A177-3AD203B41FA5}">
                      <a16:colId xmlns:a16="http://schemas.microsoft.com/office/drawing/2014/main" val="640757500"/>
                    </a:ext>
                  </a:extLst>
                </a:gridCol>
                <a:gridCol w="1778002">
                  <a:extLst>
                    <a:ext uri="{9D8B030D-6E8A-4147-A177-3AD203B41FA5}">
                      <a16:colId xmlns:a16="http://schemas.microsoft.com/office/drawing/2014/main" val="2858452659"/>
                    </a:ext>
                  </a:extLst>
                </a:gridCol>
                <a:gridCol w="3132629">
                  <a:extLst>
                    <a:ext uri="{9D8B030D-6E8A-4147-A177-3AD203B41FA5}">
                      <a16:colId xmlns:a16="http://schemas.microsoft.com/office/drawing/2014/main" val="3616622675"/>
                    </a:ext>
                  </a:extLst>
                </a:gridCol>
                <a:gridCol w="2990684">
                  <a:extLst>
                    <a:ext uri="{9D8B030D-6E8A-4147-A177-3AD203B41FA5}">
                      <a16:colId xmlns:a16="http://schemas.microsoft.com/office/drawing/2014/main" val="2938132267"/>
                    </a:ext>
                  </a:extLst>
                </a:gridCol>
                <a:gridCol w="2985516">
                  <a:extLst>
                    <a:ext uri="{9D8B030D-6E8A-4147-A177-3AD203B41FA5}">
                      <a16:colId xmlns:a16="http://schemas.microsoft.com/office/drawing/2014/main" val="3595116089"/>
                    </a:ext>
                  </a:extLst>
                </a:gridCol>
              </a:tblGrid>
              <a:tr h="456065">
                <a:tc>
                  <a:txBody>
                    <a:bodyPr/>
                    <a:lstStyle/>
                    <a:p>
                      <a:pPr algn="ctr"/>
                      <a:r>
                        <a:rPr lang="en-US" sz="1400" b="1" kern="1200" dirty="0">
                          <a:solidFill>
                            <a:schemeClr val="dk1"/>
                          </a:solidFill>
                        </a:rPr>
                        <a:t>S. No.</a:t>
                      </a:r>
                      <a:endParaRPr lang="en-IN" sz="1400" b="1"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kern="1200" dirty="0">
                          <a:solidFill>
                            <a:schemeClr val="dk1"/>
                          </a:solidFill>
                        </a:rPr>
                        <a:t>Author(s), Year</a:t>
                      </a:r>
                      <a:endParaRPr lang="en-IN" sz="1400" b="1"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kern="1200" dirty="0">
                          <a:solidFill>
                            <a:schemeClr val="dk1"/>
                          </a:solidFill>
                        </a:rPr>
                        <a:t>Method/Approach</a:t>
                      </a:r>
                      <a:endParaRPr lang="en-IN" sz="1400" b="1"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b="1" kern="1200" dirty="0">
                          <a:solidFill>
                            <a:schemeClr val="dk1"/>
                          </a:solidFill>
                        </a:rPr>
                        <a:t>Key Contribution</a:t>
                      </a:r>
                      <a:endParaRPr lang="en-IN" sz="1400" b="1"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b="1" kern="1200" dirty="0">
                          <a:solidFill>
                            <a:schemeClr val="dk1"/>
                          </a:solidFill>
                        </a:rPr>
                        <a:t>Gaps Identified</a:t>
                      </a:r>
                      <a:endParaRPr lang="en-IN" sz="1400" b="1"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2757696"/>
                  </a:ext>
                </a:extLst>
              </a:tr>
              <a:tr h="1096629">
                <a:tc>
                  <a:txBody>
                    <a:bodyPr/>
                    <a:lstStyle/>
                    <a:p>
                      <a:pPr algn="ctr"/>
                      <a:r>
                        <a:rPr lang="en-US" sz="1200" kern="1200" dirty="0">
                          <a:solidFill>
                            <a:schemeClr val="dk1"/>
                          </a:solidFill>
                        </a:rPr>
                        <a:t>11</a:t>
                      </a:r>
                      <a:endParaRPr lang="en-US" sz="12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kern="1200" dirty="0">
                          <a:solidFill>
                            <a:schemeClr val="dk1"/>
                          </a:solidFill>
                        </a:rPr>
                        <a:t>De La Croix, N. J., Ahmad, T., &amp; Han, F. (2024)</a:t>
                      </a:r>
                      <a:endParaRPr lang="en-US" sz="12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kern="1200" dirty="0">
                          <a:solidFill>
                            <a:schemeClr val="dk1"/>
                          </a:solidFill>
                        </a:rPr>
                        <a:t>By contrasting deep learning-based image steganalysis techniques with conventional methods and examining architectures, datasets, and evaluation metrics, the authors carried out an organized survey of the field.</a:t>
                      </a:r>
                      <a:endParaRPr lang="en-US" sz="12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kern="1200" dirty="0">
                          <a:solidFill>
                            <a:schemeClr val="dk1"/>
                          </a:solidFill>
                        </a:rPr>
                        <a:t>In addition to summarizing current trends and highlighting performance advantages over conventional approaches, they offered a taxonomy of DL-based steganalysis techniques.</a:t>
                      </a:r>
                      <a:endParaRPr lang="en-US" sz="12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kern="1200" dirty="0">
                          <a:solidFill>
                            <a:schemeClr val="dk1"/>
                          </a:solidFill>
                        </a:rPr>
                        <a:t>Poor detection at low payloads, limited generalization, high computational costs, interpretability issues, and little attention to payload localization are some of the main shortcomings.</a:t>
                      </a:r>
                      <a:endParaRPr lang="en-US" sz="12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8327761"/>
                  </a:ext>
                </a:extLst>
              </a:tr>
              <a:tr h="1096629">
                <a:tc>
                  <a:txBody>
                    <a:bodyPr/>
                    <a:lstStyle/>
                    <a:p>
                      <a:pPr algn="ctr"/>
                      <a:r>
                        <a:rPr lang="en-US" sz="1200" kern="1200" dirty="0">
                          <a:solidFill>
                            <a:schemeClr val="dk1"/>
                          </a:solidFill>
                        </a:rPr>
                        <a:t>12</a:t>
                      </a:r>
                      <a:endParaRPr lang="en-US" sz="12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kern="1200" dirty="0">
                          <a:solidFill>
                            <a:schemeClr val="dk1"/>
                          </a:solidFill>
                        </a:rPr>
                        <a:t>Eid, W. M., Alotaibi, S. S., Alqahtani, H. M., &amp; Saleh, S. Q. (2022)</a:t>
                      </a:r>
                      <a:endParaRPr lang="en-US" sz="12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kern="1200" dirty="0">
                          <a:solidFill>
                            <a:schemeClr val="dk1"/>
                          </a:solidFill>
                        </a:rPr>
                        <a:t>Using both conventional ML and DL models, the authors examined steganalysis methods for both 2D and 3D images, encompassing spatial and transform domain approaches.</a:t>
                      </a:r>
                      <a:endParaRPr lang="en-US" sz="12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kern="1200" dirty="0">
                          <a:solidFill>
                            <a:schemeClr val="dk1"/>
                          </a:solidFill>
                        </a:rPr>
                        <a:t>In addition to highlighting developments in deep learning, the paper provides a thorough taxonomy of image steganalysis techniques and lists important datasets, metrics, and methodologies.</a:t>
                      </a:r>
                      <a:endParaRPr lang="en-US" sz="12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kern="1200" dirty="0">
                          <a:solidFill>
                            <a:schemeClr val="dk1"/>
                          </a:solidFill>
                        </a:rPr>
                        <a:t>Weak generalization, low-payload detection difficulty, lack of model explainability, limited 3D image focus, and high computational costs are some of the gaps that have been found.</a:t>
                      </a:r>
                      <a:endParaRPr lang="en-US" sz="12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9273522"/>
                  </a:ext>
                </a:extLst>
              </a:tr>
              <a:tr h="1096629">
                <a:tc>
                  <a:txBody>
                    <a:bodyPr/>
                    <a:lstStyle/>
                    <a:p>
                      <a:pPr algn="ctr"/>
                      <a:r>
                        <a:rPr lang="en-US" sz="1200" kern="1200" dirty="0">
                          <a:solidFill>
                            <a:schemeClr val="dk1"/>
                          </a:solidFill>
                        </a:rPr>
                        <a:t>13</a:t>
                      </a:r>
                      <a:endParaRPr lang="en-IN" sz="12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kern="1200" dirty="0" err="1">
                          <a:solidFill>
                            <a:schemeClr val="dk1"/>
                          </a:solidFill>
                        </a:rPr>
                        <a:t>Bohang</a:t>
                      </a:r>
                      <a:r>
                        <a:rPr lang="en-IN" sz="1200" kern="1200" dirty="0">
                          <a:solidFill>
                            <a:schemeClr val="dk1"/>
                          </a:solidFill>
                        </a:rPr>
                        <a:t>, L., Li, N., Yang, J., </a:t>
                      </a:r>
                      <a:r>
                        <a:rPr lang="en-IN" sz="1200" kern="1200" dirty="0" err="1">
                          <a:solidFill>
                            <a:schemeClr val="dk1"/>
                          </a:solidFill>
                        </a:rPr>
                        <a:t>Alfarraj</a:t>
                      </a:r>
                      <a:r>
                        <a:rPr lang="en-IN" sz="1200" kern="1200" dirty="0">
                          <a:solidFill>
                            <a:schemeClr val="dk1"/>
                          </a:solidFill>
                        </a:rPr>
                        <a:t>, O., </a:t>
                      </a:r>
                      <a:r>
                        <a:rPr lang="en-IN" sz="1200" kern="1200" dirty="0" err="1">
                          <a:solidFill>
                            <a:schemeClr val="dk1"/>
                          </a:solidFill>
                        </a:rPr>
                        <a:t>Albelhai</a:t>
                      </a:r>
                      <a:r>
                        <a:rPr lang="en-IN" sz="1200" kern="1200" dirty="0">
                          <a:solidFill>
                            <a:schemeClr val="dk1"/>
                          </a:solidFill>
                        </a:rPr>
                        <a:t>, F., Tolba, A., ... &amp; Yee, P. L. (2025)</a:t>
                      </a:r>
                      <a:endParaRPr lang="en-IN" sz="12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kern="1200" dirty="0">
                          <a:solidFill>
                            <a:schemeClr val="dk1"/>
                          </a:solidFill>
                        </a:rPr>
                        <a:t>The study applies differential evolution for hyperparameter tuning in steganalysis models and combines active learning with deep reinforcement learning to minimize labeling effort.</a:t>
                      </a:r>
                      <a:endParaRPr lang="en-US" sz="12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kern="1200" dirty="0">
                          <a:solidFill>
                            <a:schemeClr val="dk1"/>
                          </a:solidFill>
                        </a:rPr>
                        <a:t>It demonstrates that combining active learning and optimization improves steganalysis performance on common datasets by achieving high accuracy with fewer labeled samples.</a:t>
                      </a:r>
                      <a:endParaRPr lang="en-US" sz="12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kern="1200" dirty="0">
                          <a:solidFill>
                            <a:schemeClr val="dk1"/>
                          </a:solidFill>
                        </a:rPr>
                        <a:t>The approach has issues with real-time deployment because of its computational demands, is sensitive to noisy data, and requires some manual labeling.</a:t>
                      </a:r>
                      <a:endParaRPr lang="en-US" sz="12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8324572"/>
                  </a:ext>
                </a:extLst>
              </a:tr>
              <a:tr h="1096629">
                <a:tc>
                  <a:txBody>
                    <a:bodyPr/>
                    <a:lstStyle/>
                    <a:p>
                      <a:pPr algn="ctr"/>
                      <a:r>
                        <a:rPr lang="en-US" sz="1200" kern="1200" dirty="0">
                          <a:solidFill>
                            <a:schemeClr val="dk1"/>
                          </a:solidFill>
                        </a:rPr>
                        <a:t>14</a:t>
                      </a:r>
                      <a:endParaRPr lang="en-US" sz="12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kern="1200" dirty="0">
                          <a:solidFill>
                            <a:schemeClr val="dk1"/>
                          </a:solidFill>
                        </a:rPr>
                        <a:t>Farooq, N., &amp; </a:t>
                      </a:r>
                      <a:r>
                        <a:rPr lang="en-US" sz="1200" kern="1200" dirty="0" err="1">
                          <a:solidFill>
                            <a:schemeClr val="dk1"/>
                          </a:solidFill>
                        </a:rPr>
                        <a:t>Selwal</a:t>
                      </a:r>
                      <a:r>
                        <a:rPr lang="en-US" sz="1200" kern="1200" dirty="0">
                          <a:solidFill>
                            <a:schemeClr val="dk1"/>
                          </a:solidFill>
                        </a:rPr>
                        <a:t>, A. (2023)</a:t>
                      </a:r>
                      <a:endParaRPr lang="en-US" sz="12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kern="1200" dirty="0">
                          <a:solidFill>
                            <a:schemeClr val="dk1"/>
                          </a:solidFill>
                        </a:rPr>
                        <a:t>Describes the tools and frameworks available in the literature, compare benchmark datasets and evaluation metrics, and survey different DL models, particularly CNNs.</a:t>
                      </a:r>
                      <a:endParaRPr lang="en-US" sz="12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kern="1200" dirty="0">
                          <a:solidFill>
                            <a:schemeClr val="dk1"/>
                          </a:solidFill>
                        </a:rPr>
                        <a:t>The article identifies the most popular datasets and metrics, presents an organized taxonomy of DL steganalysis techniques, and outlines unresolved research issues. It summarizes what has been done and what is left.</a:t>
                      </a:r>
                      <a:endParaRPr lang="en-US" sz="12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kern="1200" dirty="0">
                          <a:solidFill>
                            <a:schemeClr val="dk1"/>
                          </a:solidFill>
                        </a:rPr>
                        <a:t>They highlight a number of shortcomings, including poor performance, particularly when payloads are small or the embedding is subtle; poor generalization across various cover sources or steganography schemes.</a:t>
                      </a:r>
                      <a:endParaRPr lang="en-US" sz="12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1753404"/>
                  </a:ext>
                </a:extLst>
              </a:tr>
              <a:tr h="1096629">
                <a:tc>
                  <a:txBody>
                    <a:bodyPr/>
                    <a:lstStyle/>
                    <a:p>
                      <a:pPr algn="ctr"/>
                      <a:r>
                        <a:rPr lang="en-US" sz="1200" kern="1200" dirty="0">
                          <a:solidFill>
                            <a:schemeClr val="dk1"/>
                          </a:solidFill>
                        </a:rPr>
                        <a:t>15</a:t>
                      </a:r>
                      <a:endParaRPr lang="en-IN" sz="12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kern="1200" dirty="0" err="1">
                          <a:solidFill>
                            <a:schemeClr val="dk1"/>
                          </a:solidFill>
                        </a:rPr>
                        <a:t>Kuchumova</a:t>
                      </a:r>
                      <a:r>
                        <a:rPr lang="en-IN" sz="1200" kern="1200" dirty="0">
                          <a:solidFill>
                            <a:schemeClr val="dk1"/>
                          </a:solidFill>
                        </a:rPr>
                        <a:t>, E., Martínez-Monterrubio, S. M., &amp; Recio-Garcia, J. A. (2024)</a:t>
                      </a:r>
                      <a:endParaRPr lang="en-IN" sz="12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kern="1200" dirty="0">
                          <a:solidFill>
                            <a:schemeClr val="dk1"/>
                          </a:solidFill>
                        </a:rPr>
                        <a:t>The study combines LIME and Grad-CAM to offer visual explanations of model decisions and employs </a:t>
                      </a:r>
                      <a:r>
                        <a:rPr lang="en-US" sz="1200" kern="1200" dirty="0" err="1">
                          <a:solidFill>
                            <a:schemeClr val="dk1"/>
                          </a:solidFill>
                        </a:rPr>
                        <a:t>EfficientNet</a:t>
                      </a:r>
                      <a:r>
                        <a:rPr lang="en-US" sz="1200" kern="1200" dirty="0">
                          <a:solidFill>
                            <a:schemeClr val="dk1"/>
                          </a:solidFill>
                        </a:rPr>
                        <a:t> for image steganalysis.</a:t>
                      </a:r>
                      <a:endParaRPr lang="en-US" sz="12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kern="1200" dirty="0">
                          <a:solidFill>
                            <a:schemeClr val="dk1"/>
                          </a:solidFill>
                        </a:rPr>
                        <a:t>It presents STEG-XAI, which enhances interpretability by identifying hidden content and elucidating the image regions that influence the decision.</a:t>
                      </a:r>
                      <a:endParaRPr lang="en-US" sz="12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kern="1200" dirty="0">
                          <a:solidFill>
                            <a:schemeClr val="dk1"/>
                          </a:solidFill>
                        </a:rPr>
                        <a:t>Generalization is limited because the method is only tested on UERD in JPEG images; issues with explanation accuracy and robustness in the presence of noise also exist.</a:t>
                      </a:r>
                      <a:endParaRPr lang="en-US" sz="1200" kern="1200" dirty="0">
                        <a:solidFill>
                          <a:schemeClr val="dk1"/>
                        </a:solidFill>
                        <a:latin typeface="Calisto MT" panose="02040603050505030304" pitchFamily="18" charset="0"/>
                        <a:ea typeface="+mn-ea"/>
                        <a:cs typeface="+mn-cs"/>
                      </a:endParaRPr>
                    </a:p>
                  </a:txBody>
                  <a:tcPr marL="33523" marR="33523" marT="16761" marB="167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439774"/>
                  </a:ext>
                </a:extLst>
              </a:tr>
            </a:tbl>
          </a:graphicData>
        </a:graphic>
      </p:graphicFrame>
    </p:spTree>
    <p:extLst>
      <p:ext uri="{BB962C8B-B14F-4D97-AF65-F5344CB8AC3E}">
        <p14:creationId xmlns:p14="http://schemas.microsoft.com/office/powerpoint/2010/main" val="1696757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5036337-4BA0-23ED-42E8-71B40B57F2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6D556B-56BC-2FC5-0179-1C8EE6FD940E}"/>
              </a:ext>
            </a:extLst>
          </p:cNvPr>
          <p:cNvSpPr>
            <a:spLocks noGrp="1"/>
          </p:cNvSpPr>
          <p:nvPr>
            <p:ph type="title"/>
          </p:nvPr>
        </p:nvSpPr>
        <p:spPr>
          <a:xfrm>
            <a:off x="826396" y="586855"/>
            <a:ext cx="4230100" cy="3387497"/>
          </a:xfrm>
        </p:spPr>
        <p:txBody>
          <a:bodyPr anchor="b">
            <a:normAutofit/>
          </a:bodyPr>
          <a:lstStyle/>
          <a:p>
            <a:pPr algn="r"/>
            <a:r>
              <a:rPr lang="en-IN" sz="4000" dirty="0"/>
              <a:t>Scope and Problem Statement</a:t>
            </a:r>
          </a:p>
        </p:txBody>
      </p:sp>
      <p:sp>
        <p:nvSpPr>
          <p:cNvPr id="4" name="Rectangle 1">
            <a:extLst>
              <a:ext uri="{FF2B5EF4-FFF2-40B4-BE49-F238E27FC236}">
                <a16:creationId xmlns:a16="http://schemas.microsoft.com/office/drawing/2014/main" id="{4EBFA1BE-B7F5-7C84-D352-E16A254622A9}"/>
              </a:ext>
            </a:extLst>
          </p:cNvPr>
          <p:cNvSpPr>
            <a:spLocks noGrp="1" noChangeArrowheads="1"/>
          </p:cNvSpPr>
          <p:nvPr>
            <p:ph idx="1"/>
          </p:nvPr>
        </p:nvSpPr>
        <p:spPr bwMode="auto">
          <a:xfrm>
            <a:off x="5752882" y="391573"/>
            <a:ext cx="6304385" cy="608530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marL="0" marR="0" lvl="0" indent="0" defTabSz="914400" rtl="0" eaLnBrk="0" fontAlgn="base" latinLnBrk="0" hangingPunct="0">
              <a:lnSpc>
                <a:spcPct val="110000"/>
              </a:lnSpc>
              <a:spcBef>
                <a:spcPct val="0"/>
              </a:spcBef>
              <a:spcAft>
                <a:spcPts val="600"/>
              </a:spcAft>
              <a:buClrTx/>
              <a:buSzTx/>
              <a:buNone/>
              <a:tabLst/>
            </a:pPr>
            <a:r>
              <a:rPr kumimoji="0" lang="en-US" altLang="en-US" b="1" i="0" u="none" strike="noStrike" cap="none" normalizeH="0" baseline="0" dirty="0">
                <a:ln>
                  <a:noFill/>
                </a:ln>
                <a:effectLst/>
                <a:latin typeface="Calisto MT"/>
              </a:rPr>
              <a:t>Scope:</a:t>
            </a:r>
            <a:endParaRPr lang="en-US" b="1" dirty="0">
              <a:latin typeface="Calisto MT"/>
            </a:endParaRPr>
          </a:p>
          <a:p>
            <a:pPr marL="285750" marR="0" lvl="0" indent="-285750" defTabSz="914400" rtl="0" eaLnBrk="0" fontAlgn="base" latinLnBrk="0" hangingPunct="0">
              <a:lnSpc>
                <a:spcPct val="110000"/>
              </a:lnSpc>
              <a:spcBef>
                <a:spcPct val="0"/>
              </a:spcBef>
              <a:spcAft>
                <a:spcPts val="600"/>
              </a:spcAft>
              <a:buClrTx/>
              <a:buSzTx/>
              <a:tabLst/>
            </a:pPr>
            <a:r>
              <a:rPr kumimoji="0" lang="en-US" altLang="en-US" i="0" u="none" strike="noStrike" cap="none" normalizeH="0" baseline="0" dirty="0">
                <a:ln>
                  <a:noFill/>
                </a:ln>
                <a:effectLst/>
                <a:latin typeface="Calisto MT"/>
              </a:rPr>
              <a:t>Analyze images for presence of hidden data across diverse embedding methods.</a:t>
            </a:r>
            <a:endParaRPr lang="en-US" altLang="en-US" i="0" u="none" strike="noStrike" cap="none" normalizeH="0" baseline="0" dirty="0">
              <a:ln>
                <a:noFill/>
              </a:ln>
              <a:effectLst/>
              <a:latin typeface="Calisto MT"/>
              <a:cs typeface="Arial" panose="020B0604020202020204" pitchFamily="34" charset="0"/>
            </a:endParaRPr>
          </a:p>
          <a:p>
            <a:pPr marL="285750" marR="0" lvl="0" indent="-285750" defTabSz="914400" rtl="0" eaLnBrk="0" fontAlgn="base" latinLnBrk="0" hangingPunct="0">
              <a:lnSpc>
                <a:spcPct val="110000"/>
              </a:lnSpc>
              <a:spcBef>
                <a:spcPct val="0"/>
              </a:spcBef>
              <a:spcAft>
                <a:spcPts val="600"/>
              </a:spcAft>
              <a:buClrTx/>
              <a:buSzTx/>
              <a:tabLst/>
            </a:pPr>
            <a:r>
              <a:rPr kumimoji="0" lang="en-US" altLang="en-US" i="0" u="none" strike="noStrike" cap="none" normalizeH="0" baseline="0" dirty="0">
                <a:ln>
                  <a:noFill/>
                </a:ln>
                <a:effectLst/>
                <a:latin typeface="Calisto MT"/>
              </a:rPr>
              <a:t>Ensure high detection accuracy across various image complexities and transformations.</a:t>
            </a:r>
            <a:endParaRPr lang="en-US" altLang="en-US" i="0" u="none" strike="noStrike" cap="none" normalizeH="0" baseline="0" dirty="0">
              <a:ln>
                <a:noFill/>
              </a:ln>
              <a:effectLst/>
              <a:latin typeface="Calisto MT"/>
              <a:cs typeface="Arial" panose="020B0604020202020204" pitchFamily="34" charset="0"/>
            </a:endParaRPr>
          </a:p>
          <a:p>
            <a:pPr marL="285750" marR="0" lvl="0" indent="-285750" defTabSz="914400" rtl="0" eaLnBrk="0" fontAlgn="base" latinLnBrk="0" hangingPunct="0">
              <a:lnSpc>
                <a:spcPct val="110000"/>
              </a:lnSpc>
              <a:spcBef>
                <a:spcPct val="0"/>
              </a:spcBef>
              <a:spcAft>
                <a:spcPts val="600"/>
              </a:spcAft>
              <a:buClrTx/>
              <a:buSzTx/>
              <a:tabLst/>
            </a:pPr>
            <a:r>
              <a:rPr kumimoji="0" lang="en-US" altLang="en-US" i="0" u="none" strike="noStrike" cap="none" normalizeH="0" baseline="0" dirty="0">
                <a:ln>
                  <a:noFill/>
                </a:ln>
                <a:effectLst/>
                <a:latin typeface="Calisto MT"/>
              </a:rPr>
              <a:t>Provide interpretable results via saliency maps.</a:t>
            </a:r>
            <a:endParaRPr lang="en-US" altLang="en-US" i="0" u="none" strike="noStrike" cap="none" normalizeH="0" baseline="0" dirty="0">
              <a:ln>
                <a:noFill/>
              </a:ln>
              <a:effectLst/>
              <a:latin typeface="Calisto MT"/>
              <a:cs typeface="Arial" panose="020B0604020202020204" pitchFamily="34" charset="0"/>
            </a:endParaRPr>
          </a:p>
          <a:p>
            <a:pPr marL="0" marR="0" lvl="0" indent="0" defTabSz="914400" rtl="0" eaLnBrk="0" fontAlgn="base" latinLnBrk="0" hangingPunct="0">
              <a:lnSpc>
                <a:spcPct val="110000"/>
              </a:lnSpc>
              <a:spcBef>
                <a:spcPct val="0"/>
              </a:spcBef>
              <a:spcAft>
                <a:spcPts val="600"/>
              </a:spcAft>
              <a:buClrTx/>
              <a:buSzTx/>
              <a:buNone/>
              <a:tabLst/>
            </a:pPr>
            <a:r>
              <a:rPr kumimoji="0" lang="en-US" altLang="en-US" b="1" i="0" u="none" strike="noStrike" cap="none" normalizeH="0" baseline="0" dirty="0">
                <a:ln>
                  <a:noFill/>
                </a:ln>
                <a:effectLst/>
                <a:latin typeface="Calisto MT"/>
              </a:rPr>
              <a:t>Problem Statement:</a:t>
            </a:r>
            <a:endParaRPr lang="en-US" altLang="en-US" b="1" i="0" u="none" strike="noStrike" cap="none" normalizeH="0" baseline="0" dirty="0">
              <a:ln>
                <a:noFill/>
              </a:ln>
              <a:effectLst/>
              <a:latin typeface="Calisto MT"/>
              <a:cs typeface="Arial" panose="020B0604020202020204" pitchFamily="34" charset="0"/>
            </a:endParaRPr>
          </a:p>
          <a:p>
            <a:pPr marL="285750" marR="0" lvl="0" indent="-285750" defTabSz="914400" rtl="0" eaLnBrk="0" fontAlgn="base" latinLnBrk="0" hangingPunct="0">
              <a:lnSpc>
                <a:spcPct val="110000"/>
              </a:lnSpc>
              <a:spcBef>
                <a:spcPct val="0"/>
              </a:spcBef>
              <a:spcAft>
                <a:spcPts val="600"/>
              </a:spcAft>
              <a:buClrTx/>
              <a:buSzTx/>
              <a:tabLst/>
            </a:pPr>
            <a:r>
              <a:rPr kumimoji="0" lang="en-US" altLang="en-US" i="0" u="none" strike="noStrike" cap="none" normalizeH="0" baseline="0" dirty="0">
                <a:ln>
                  <a:noFill/>
                </a:ln>
                <a:effectLst/>
                <a:latin typeface="Calisto MT"/>
              </a:rPr>
              <a:t>Deep learning can detect </a:t>
            </a:r>
            <a:r>
              <a:rPr kumimoji="0" lang="en-US" altLang="en-US" i="0" u="none" strike="noStrike" cap="none" normalizeH="0" baseline="0" dirty="0" err="1">
                <a:ln>
                  <a:noFill/>
                </a:ln>
                <a:effectLst/>
                <a:latin typeface="Calisto MT"/>
              </a:rPr>
              <a:t>stego</a:t>
            </a:r>
            <a:r>
              <a:rPr kumimoji="0" lang="en-US" altLang="en-US" i="0" u="none" strike="noStrike" cap="none" normalizeH="0" baseline="0" dirty="0">
                <a:ln>
                  <a:noFill/>
                </a:ln>
                <a:effectLst/>
                <a:latin typeface="Calisto MT"/>
              </a:rPr>
              <a:t> content, but the results lack interpretability.</a:t>
            </a:r>
            <a:endParaRPr lang="en-US" altLang="en-US" i="0" u="none" strike="noStrike" cap="none" normalizeH="0" baseline="0" dirty="0">
              <a:ln>
                <a:noFill/>
              </a:ln>
              <a:effectLst/>
              <a:latin typeface="Calisto MT"/>
              <a:cs typeface="Arial" panose="020B0604020202020204" pitchFamily="34" charset="0"/>
            </a:endParaRPr>
          </a:p>
          <a:p>
            <a:pPr marL="285750" marR="0" lvl="0" indent="-285750" defTabSz="914400" rtl="0" eaLnBrk="0" fontAlgn="base" latinLnBrk="0" hangingPunct="0">
              <a:lnSpc>
                <a:spcPct val="110000"/>
              </a:lnSpc>
              <a:spcBef>
                <a:spcPct val="0"/>
              </a:spcBef>
              <a:spcAft>
                <a:spcPts val="600"/>
              </a:spcAft>
              <a:buClrTx/>
              <a:buSzTx/>
              <a:tabLst/>
            </a:pPr>
            <a:r>
              <a:rPr kumimoji="0" lang="en-US" altLang="en-US" i="0" u="none" strike="noStrike" cap="none" normalizeH="0" baseline="0" dirty="0">
                <a:ln>
                  <a:noFill/>
                </a:ln>
                <a:effectLst/>
                <a:latin typeface="Calisto MT"/>
              </a:rPr>
              <a:t>Need a hybrid solution that combines:</a:t>
            </a:r>
            <a:endParaRPr lang="en-US" altLang="en-US" i="0" u="none" strike="noStrike" cap="none" normalizeH="0" baseline="0" dirty="0">
              <a:ln>
                <a:noFill/>
              </a:ln>
              <a:effectLst/>
              <a:latin typeface="Calisto MT"/>
              <a:cs typeface="Arial" panose="020B0604020202020204" pitchFamily="34" charset="0"/>
            </a:endParaRPr>
          </a:p>
          <a:p>
            <a:pPr marL="742950" marR="0" lvl="1" indent="-285750" defTabSz="914400" rtl="0" eaLnBrk="0" fontAlgn="base" latinLnBrk="0" hangingPunct="0">
              <a:lnSpc>
                <a:spcPct val="110000"/>
              </a:lnSpc>
              <a:spcBef>
                <a:spcPct val="0"/>
              </a:spcBef>
              <a:spcAft>
                <a:spcPts val="600"/>
              </a:spcAft>
              <a:buClrTx/>
              <a:buSzTx/>
              <a:buFont typeface="Wingdings" panose="020B0604020202020204" pitchFamily="34" charset="0"/>
              <a:buChar char="Ø"/>
              <a:tabLst/>
            </a:pPr>
            <a:r>
              <a:rPr kumimoji="0" lang="en-US" altLang="en-US" sz="2000" i="0" u="none" strike="noStrike" cap="none" normalizeH="0" baseline="0" dirty="0">
                <a:ln>
                  <a:noFill/>
                </a:ln>
                <a:effectLst/>
                <a:latin typeface="Calisto MT"/>
              </a:rPr>
              <a:t>Accurate steganalysis using cover-adaptive CNN architecture (</a:t>
            </a:r>
            <a:r>
              <a:rPr kumimoji="0" lang="en-US" altLang="en-US" sz="2000" i="0" u="none" strike="noStrike" cap="none" normalizeH="0" baseline="0" dirty="0" err="1">
                <a:ln>
                  <a:noFill/>
                </a:ln>
                <a:effectLst/>
                <a:latin typeface="Calisto MT"/>
              </a:rPr>
              <a:t>CSRNet</a:t>
            </a:r>
            <a:r>
              <a:rPr kumimoji="0" lang="en-US" altLang="en-US" sz="2000" i="0" u="none" strike="noStrike" cap="none" normalizeH="0" baseline="0" dirty="0">
                <a:ln>
                  <a:noFill/>
                </a:ln>
                <a:effectLst/>
                <a:latin typeface="Calisto MT"/>
              </a:rPr>
              <a:t>).</a:t>
            </a:r>
            <a:endParaRPr lang="en-US" altLang="en-US" sz="2000" i="0" u="none" strike="noStrike" cap="none" normalizeH="0" baseline="0" dirty="0">
              <a:ln>
                <a:noFill/>
              </a:ln>
              <a:effectLst/>
              <a:latin typeface="Calisto MT"/>
              <a:cs typeface="Arial" panose="020B0604020202020204" pitchFamily="34" charset="0"/>
            </a:endParaRPr>
          </a:p>
          <a:p>
            <a:pPr marL="742950" marR="0" lvl="1" indent="-285750" defTabSz="914400" rtl="0" eaLnBrk="0" fontAlgn="base" latinLnBrk="0" hangingPunct="0">
              <a:lnSpc>
                <a:spcPct val="110000"/>
              </a:lnSpc>
              <a:spcBef>
                <a:spcPct val="0"/>
              </a:spcBef>
              <a:spcAft>
                <a:spcPts val="600"/>
              </a:spcAft>
              <a:buClrTx/>
              <a:buSzTx/>
              <a:buFont typeface="Wingdings" panose="020B0604020202020204" pitchFamily="34" charset="0"/>
              <a:buChar char="Ø"/>
              <a:tabLst/>
            </a:pPr>
            <a:r>
              <a:rPr kumimoji="0" lang="en-US" altLang="en-US" sz="2000" i="0" u="none" strike="noStrike" cap="none" normalizeH="0" baseline="0" dirty="0">
                <a:ln>
                  <a:noFill/>
                </a:ln>
                <a:effectLst/>
                <a:latin typeface="Calisto MT"/>
              </a:rPr>
              <a:t>Transparent explanations using </a:t>
            </a:r>
            <a:r>
              <a:rPr kumimoji="0" lang="en-US" altLang="en-US" sz="2000" i="0" u="none" strike="noStrike" cap="none" normalizeH="0" baseline="0" dirty="0" err="1">
                <a:ln>
                  <a:noFill/>
                </a:ln>
                <a:effectLst/>
                <a:latin typeface="Calisto MT"/>
              </a:rPr>
              <a:t>DeepLift</a:t>
            </a:r>
            <a:r>
              <a:rPr kumimoji="0" lang="en-US" altLang="en-US" sz="2000" i="0" u="none" strike="noStrike" cap="none" normalizeH="0" baseline="0" dirty="0">
                <a:ln>
                  <a:noFill/>
                </a:ln>
                <a:effectLst/>
                <a:latin typeface="Calisto MT"/>
              </a:rPr>
              <a:t>, to show where and why the image was flagged.</a:t>
            </a:r>
            <a:endParaRPr lang="en-US" altLang="en-US" sz="2000" i="0" u="none" strike="noStrike" cap="none" normalizeH="0" baseline="0" dirty="0">
              <a:ln>
                <a:noFill/>
              </a:ln>
              <a:effectLst/>
              <a:latin typeface="Calisto MT"/>
              <a:cs typeface="Arial" panose="020B0604020202020204" pitchFamily="34" charset="0"/>
            </a:endParaRPr>
          </a:p>
        </p:txBody>
      </p:sp>
    </p:spTree>
    <p:extLst>
      <p:ext uri="{BB962C8B-B14F-4D97-AF65-F5344CB8AC3E}">
        <p14:creationId xmlns:p14="http://schemas.microsoft.com/office/powerpoint/2010/main" val="3721333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879DFC0-98A0-7CA3-C765-67FEA33366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EBBBD0-4096-8D28-7D40-ED8EF684B29F}"/>
              </a:ext>
            </a:extLst>
          </p:cNvPr>
          <p:cNvSpPr>
            <a:spLocks noGrp="1"/>
          </p:cNvSpPr>
          <p:nvPr>
            <p:ph type="title"/>
          </p:nvPr>
        </p:nvSpPr>
        <p:spPr>
          <a:xfrm>
            <a:off x="1452656" y="1444741"/>
            <a:ext cx="9357865" cy="1041901"/>
          </a:xfrm>
        </p:spPr>
        <p:txBody>
          <a:bodyPr>
            <a:normAutofit/>
          </a:bodyPr>
          <a:lstStyle/>
          <a:p>
            <a:r>
              <a:rPr lang="en-IN" sz="4000"/>
              <a:t>Research Objective and Challenges</a:t>
            </a:r>
          </a:p>
        </p:txBody>
      </p:sp>
      <p:sp>
        <p:nvSpPr>
          <p:cNvPr id="4" name="Rectangle 1">
            <a:extLst>
              <a:ext uri="{FF2B5EF4-FFF2-40B4-BE49-F238E27FC236}">
                <a16:creationId xmlns:a16="http://schemas.microsoft.com/office/drawing/2014/main" id="{C0F06CFA-2057-16EC-B499-5EF8A056DEAB}"/>
              </a:ext>
            </a:extLst>
          </p:cNvPr>
          <p:cNvSpPr>
            <a:spLocks noGrp="1" noChangeArrowheads="1"/>
          </p:cNvSpPr>
          <p:nvPr>
            <p:ph sz="half" idx="1"/>
          </p:nvPr>
        </p:nvSpPr>
        <p:spPr bwMode="auto">
          <a:xfrm>
            <a:off x="1452656" y="2489224"/>
            <a:ext cx="4483324" cy="304720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p>
            <a:pPr marR="0" lvl="0" algn="just" defTabSz="914400" rtl="0" eaLnBrk="0" fontAlgn="base" latinLnBrk="0" hangingPunct="0">
              <a:lnSpc>
                <a:spcPct val="110000"/>
              </a:lnSpc>
              <a:spcBef>
                <a:spcPct val="0"/>
              </a:spcBef>
              <a:spcAft>
                <a:spcPts val="600"/>
              </a:spcAft>
              <a:buClrTx/>
              <a:buSzTx/>
              <a:tabLst/>
            </a:pPr>
            <a:r>
              <a:rPr lang="en-US" altLang="en-US" sz="1600" dirty="0">
                <a:latin typeface="Calisto MT"/>
                <a:cs typeface="Arial"/>
              </a:rPr>
              <a:t>Develop</a:t>
            </a:r>
            <a:r>
              <a:rPr kumimoji="0" lang="en-US" altLang="en-US" sz="1600" i="0" u="none" strike="noStrike" cap="none" normalizeH="0" baseline="0" dirty="0">
                <a:ln>
                  <a:noFill/>
                </a:ln>
                <a:effectLst/>
                <a:latin typeface="Calisto MT"/>
                <a:cs typeface="Arial"/>
              </a:rPr>
              <a:t> a robust and explainable steganalysis system that:</a:t>
            </a:r>
            <a:endParaRPr lang="en-US" sz="1600" dirty="0">
              <a:latin typeface="Calisto MT"/>
              <a:cs typeface="Arial"/>
            </a:endParaRPr>
          </a:p>
          <a:p>
            <a:pPr marR="0" lvl="0" algn="just" defTabSz="914400" rtl="0" eaLnBrk="0" fontAlgn="base" latinLnBrk="0" hangingPunct="0">
              <a:lnSpc>
                <a:spcPct val="110000"/>
              </a:lnSpc>
              <a:spcBef>
                <a:spcPct val="0"/>
              </a:spcBef>
              <a:spcAft>
                <a:spcPts val="600"/>
              </a:spcAft>
              <a:buClrTx/>
              <a:buSzTx/>
              <a:tabLst/>
            </a:pPr>
            <a:r>
              <a:rPr kumimoji="0" lang="en-US" altLang="en-US" sz="1600" i="0" u="none" strike="noStrike" cap="none" normalizeH="0" baseline="0" dirty="0">
                <a:ln>
                  <a:noFill/>
                </a:ln>
                <a:effectLst/>
                <a:latin typeface="Calisto MT"/>
                <a:cs typeface="Arial"/>
              </a:rPr>
              <a:t>Detects hidden data in digital images with high accuracy.</a:t>
            </a:r>
            <a:endParaRPr lang="en-US" altLang="en-US" sz="1600" i="0" u="none" strike="noStrike" cap="none" normalizeH="0" baseline="0" dirty="0">
              <a:ln>
                <a:noFill/>
              </a:ln>
              <a:effectLst/>
              <a:latin typeface="Calisto MT"/>
              <a:cs typeface="Arial"/>
            </a:endParaRPr>
          </a:p>
          <a:p>
            <a:pPr marR="0" lvl="0" algn="just" defTabSz="914400" rtl="0" eaLnBrk="0" fontAlgn="base" latinLnBrk="0" hangingPunct="0">
              <a:lnSpc>
                <a:spcPct val="110000"/>
              </a:lnSpc>
              <a:spcBef>
                <a:spcPct val="0"/>
              </a:spcBef>
              <a:spcAft>
                <a:spcPts val="600"/>
              </a:spcAft>
              <a:buClrTx/>
              <a:buSzTx/>
              <a:tabLst/>
            </a:pPr>
            <a:r>
              <a:rPr kumimoji="0" lang="en-US" altLang="en-US" sz="1600" i="0" u="none" strike="noStrike" cap="none" normalizeH="0" baseline="0" dirty="0">
                <a:ln>
                  <a:noFill/>
                </a:ln>
                <a:effectLst/>
                <a:latin typeface="Calisto MT"/>
                <a:cs typeface="Arial"/>
              </a:rPr>
              <a:t>Provides interpretable feedback for forensic or verification purposes.</a:t>
            </a:r>
            <a:endParaRPr lang="en-US" altLang="en-US" sz="1600" i="0" u="none" strike="noStrike" cap="none" normalizeH="0" baseline="0" dirty="0">
              <a:ln>
                <a:noFill/>
              </a:ln>
              <a:effectLst/>
              <a:latin typeface="Calisto MT"/>
              <a:cs typeface="Arial"/>
            </a:endParaRPr>
          </a:p>
          <a:p>
            <a:pPr marR="0" lvl="0" algn="just" defTabSz="914400" rtl="0" eaLnBrk="0" fontAlgn="base" latinLnBrk="0" hangingPunct="0">
              <a:lnSpc>
                <a:spcPct val="110000"/>
              </a:lnSpc>
              <a:spcBef>
                <a:spcPct val="0"/>
              </a:spcBef>
              <a:spcAft>
                <a:spcPts val="600"/>
              </a:spcAft>
              <a:buClrTx/>
              <a:buSzTx/>
              <a:tabLst/>
            </a:pPr>
            <a:r>
              <a:rPr kumimoji="0" lang="en-US" altLang="en-US" sz="1600" i="0" u="none" strike="noStrike" cap="none" normalizeH="0" baseline="0" dirty="0">
                <a:ln>
                  <a:noFill/>
                </a:ln>
                <a:effectLst/>
                <a:latin typeface="Calisto MT"/>
                <a:cs typeface="Arial"/>
              </a:rPr>
              <a:t>Use </a:t>
            </a:r>
            <a:r>
              <a:rPr kumimoji="0" lang="en-US" altLang="en-US" sz="1600" i="0" u="none" strike="noStrike" cap="none" normalizeH="0" baseline="0" dirty="0" err="1">
                <a:ln>
                  <a:noFill/>
                </a:ln>
                <a:effectLst/>
                <a:latin typeface="Calisto MT"/>
                <a:cs typeface="Arial"/>
              </a:rPr>
              <a:t>CSRNet</a:t>
            </a:r>
            <a:r>
              <a:rPr kumimoji="0" lang="en-US" altLang="en-US" sz="1600" i="0" u="none" strike="noStrike" cap="none" normalizeH="0" baseline="0" dirty="0">
                <a:ln>
                  <a:noFill/>
                </a:ln>
                <a:effectLst/>
                <a:latin typeface="Calisto MT"/>
                <a:cs typeface="Arial"/>
              </a:rPr>
              <a:t> to learn residual patterns in cover vs. </a:t>
            </a:r>
            <a:r>
              <a:rPr kumimoji="0" lang="en-US" altLang="en-US" sz="1600" i="0" u="none" strike="noStrike" cap="none" normalizeH="0" baseline="0" dirty="0" err="1">
                <a:ln>
                  <a:noFill/>
                </a:ln>
                <a:effectLst/>
                <a:latin typeface="Calisto MT"/>
                <a:cs typeface="Arial"/>
              </a:rPr>
              <a:t>stego</a:t>
            </a:r>
            <a:r>
              <a:rPr kumimoji="0" lang="en-US" altLang="en-US" sz="1600" i="0" u="none" strike="noStrike" cap="none" normalizeH="0" baseline="0" dirty="0">
                <a:ln>
                  <a:noFill/>
                </a:ln>
                <a:effectLst/>
                <a:latin typeface="Calisto MT"/>
                <a:cs typeface="Arial"/>
              </a:rPr>
              <a:t> images.</a:t>
            </a:r>
            <a:endParaRPr lang="en-US" altLang="en-US" sz="1600" i="0" u="none" strike="noStrike" cap="none" normalizeH="0" baseline="0" dirty="0">
              <a:ln>
                <a:noFill/>
              </a:ln>
              <a:effectLst/>
              <a:latin typeface="Calisto MT"/>
              <a:cs typeface="Arial"/>
            </a:endParaRPr>
          </a:p>
          <a:p>
            <a:pPr marR="0" lvl="0" algn="just" defTabSz="914400" rtl="0" eaLnBrk="0" fontAlgn="base" latinLnBrk="0" hangingPunct="0">
              <a:lnSpc>
                <a:spcPct val="110000"/>
              </a:lnSpc>
              <a:spcBef>
                <a:spcPct val="0"/>
              </a:spcBef>
              <a:spcAft>
                <a:spcPts val="600"/>
              </a:spcAft>
              <a:buClrTx/>
              <a:buSzTx/>
              <a:tabLst/>
            </a:pPr>
            <a:r>
              <a:rPr kumimoji="0" lang="en-US" altLang="en-US" sz="1600" i="0" u="none" strike="noStrike" cap="none" normalizeH="0" baseline="0" dirty="0">
                <a:ln>
                  <a:noFill/>
                </a:ln>
                <a:effectLst/>
                <a:latin typeface="Calisto MT"/>
                <a:cs typeface="Arial"/>
              </a:rPr>
              <a:t>Implement </a:t>
            </a:r>
            <a:r>
              <a:rPr kumimoji="0" lang="en-US" altLang="en-US" sz="1600" i="0" u="none" strike="noStrike" cap="none" normalizeH="0" baseline="0" dirty="0" err="1">
                <a:ln>
                  <a:noFill/>
                </a:ln>
                <a:effectLst/>
                <a:latin typeface="Calisto MT"/>
                <a:cs typeface="Arial"/>
              </a:rPr>
              <a:t>DeepLIFT</a:t>
            </a:r>
            <a:r>
              <a:rPr kumimoji="0" lang="en-US" altLang="en-US" sz="1600" i="0" u="none" strike="noStrike" cap="none" normalizeH="0" baseline="0" dirty="0">
                <a:ln>
                  <a:noFill/>
                </a:ln>
                <a:effectLst/>
                <a:latin typeface="Calisto MT"/>
                <a:cs typeface="Arial"/>
              </a:rPr>
              <a:t> to visualize input regions contributing to the model’s decision.</a:t>
            </a:r>
            <a:endParaRPr lang="en-US" altLang="en-US" sz="1600" i="0" u="none" strike="noStrike" cap="none" normalizeH="0" baseline="0" dirty="0">
              <a:ln>
                <a:noFill/>
              </a:ln>
              <a:effectLst/>
              <a:latin typeface="Calisto MT"/>
              <a:cs typeface="Arial"/>
            </a:endParaRPr>
          </a:p>
          <a:p>
            <a:pPr marR="0" lvl="0" algn="just" defTabSz="914400" rtl="0" eaLnBrk="0" fontAlgn="base" latinLnBrk="0" hangingPunct="0">
              <a:lnSpc>
                <a:spcPct val="110000"/>
              </a:lnSpc>
              <a:spcBef>
                <a:spcPct val="0"/>
              </a:spcBef>
              <a:spcAft>
                <a:spcPts val="600"/>
              </a:spcAft>
              <a:buClrTx/>
              <a:buSzTx/>
              <a:buFont typeface="Arial"/>
              <a:buChar char="•"/>
              <a:tabLst/>
            </a:pPr>
            <a:endParaRPr lang="en-US" altLang="en-US" sz="1600" b="1" i="0" u="none" strike="noStrike" cap="none" normalizeH="0" baseline="0" dirty="0">
              <a:ln>
                <a:noFill/>
              </a:ln>
              <a:effectLst/>
              <a:latin typeface="Calisto MT"/>
              <a:cs typeface="Arial" panose="020B0604020202020204" pitchFamily="34" charset="0"/>
            </a:endParaRPr>
          </a:p>
        </p:txBody>
      </p:sp>
      <p:sp>
        <p:nvSpPr>
          <p:cNvPr id="8" name="Content Placeholder 7">
            <a:extLst>
              <a:ext uri="{FF2B5EF4-FFF2-40B4-BE49-F238E27FC236}">
                <a16:creationId xmlns:a16="http://schemas.microsoft.com/office/drawing/2014/main" id="{88CF1376-51C0-5E7E-5313-4A68485B5332}"/>
              </a:ext>
            </a:extLst>
          </p:cNvPr>
          <p:cNvSpPr>
            <a:spLocks noGrp="1"/>
          </p:cNvSpPr>
          <p:nvPr>
            <p:ph sz="half" idx="2"/>
          </p:nvPr>
        </p:nvSpPr>
        <p:spPr>
          <a:xfrm>
            <a:off x="6699717" y="2662845"/>
            <a:ext cx="4554501" cy="2699968"/>
          </a:xfrm>
        </p:spPr>
        <p:txBody>
          <a:bodyPr vert="horz" lIns="91440" tIns="45720" rIns="91440" bIns="45720" rtlCol="0" anchor="t">
            <a:normAutofit/>
          </a:bodyPr>
          <a:lstStyle/>
          <a:p>
            <a:pPr>
              <a:lnSpc>
                <a:spcPct val="150000"/>
              </a:lnSpc>
              <a:spcBef>
                <a:spcPct val="0"/>
              </a:spcBef>
              <a:spcAft>
                <a:spcPct val="0"/>
              </a:spcAft>
            </a:pPr>
            <a:r>
              <a:rPr lang="en-US" sz="1600">
                <a:latin typeface="Calisto MT"/>
                <a:cs typeface="Arial"/>
              </a:rPr>
              <a:t>Subtle Embedding Signals</a:t>
            </a:r>
            <a:endParaRPr lang="en-US"/>
          </a:p>
          <a:p>
            <a:pPr>
              <a:lnSpc>
                <a:spcPct val="150000"/>
              </a:lnSpc>
              <a:spcBef>
                <a:spcPct val="0"/>
              </a:spcBef>
              <a:spcAft>
                <a:spcPct val="0"/>
              </a:spcAft>
            </a:pPr>
            <a:r>
              <a:rPr lang="en-US" sz="1600">
                <a:latin typeface="Calisto MT"/>
                <a:cs typeface="Arial"/>
              </a:rPr>
              <a:t>Data Imbalance</a:t>
            </a:r>
          </a:p>
          <a:p>
            <a:pPr>
              <a:lnSpc>
                <a:spcPct val="150000"/>
              </a:lnSpc>
              <a:spcBef>
                <a:spcPct val="0"/>
              </a:spcBef>
              <a:spcAft>
                <a:spcPct val="0"/>
              </a:spcAft>
            </a:pPr>
            <a:r>
              <a:rPr lang="en-US" sz="1600">
                <a:latin typeface="Calisto MT"/>
                <a:cs typeface="Arial"/>
              </a:rPr>
              <a:t>Cover Diversity</a:t>
            </a:r>
          </a:p>
          <a:p>
            <a:pPr>
              <a:lnSpc>
                <a:spcPct val="150000"/>
              </a:lnSpc>
              <a:spcBef>
                <a:spcPct val="0"/>
              </a:spcBef>
              <a:spcAft>
                <a:spcPct val="0"/>
              </a:spcAft>
            </a:pPr>
            <a:r>
              <a:rPr lang="en-US" sz="1600">
                <a:latin typeface="Calisto MT"/>
                <a:cs typeface="Arial"/>
              </a:rPr>
              <a:t>Model Overfitting</a:t>
            </a:r>
          </a:p>
          <a:p>
            <a:pPr>
              <a:lnSpc>
                <a:spcPct val="150000"/>
              </a:lnSpc>
              <a:spcBef>
                <a:spcPct val="0"/>
              </a:spcBef>
              <a:spcAft>
                <a:spcPct val="0"/>
              </a:spcAft>
            </a:pPr>
            <a:r>
              <a:rPr lang="en-US" sz="1600">
                <a:latin typeface="Calisto MT"/>
                <a:cs typeface="Arial"/>
              </a:rPr>
              <a:t>Explainability Challenges</a:t>
            </a:r>
          </a:p>
          <a:p>
            <a:pPr>
              <a:lnSpc>
                <a:spcPct val="150000"/>
              </a:lnSpc>
              <a:spcBef>
                <a:spcPct val="0"/>
              </a:spcBef>
              <a:spcAft>
                <a:spcPct val="0"/>
              </a:spcAft>
            </a:pPr>
            <a:r>
              <a:rPr lang="en-US" sz="1600">
                <a:latin typeface="Calisto MT"/>
                <a:cs typeface="Arial"/>
              </a:rPr>
              <a:t>Benchmarking Issues</a:t>
            </a:r>
          </a:p>
          <a:p>
            <a:pPr>
              <a:lnSpc>
                <a:spcPct val="150000"/>
              </a:lnSpc>
            </a:pPr>
            <a:endParaRPr lang="en-US" sz="1600">
              <a:latin typeface="Calisto MT"/>
            </a:endParaRPr>
          </a:p>
        </p:txBody>
      </p:sp>
      <p:cxnSp>
        <p:nvCxnSpPr>
          <p:cNvPr id="11" name="Straight Arrow Connector 10">
            <a:extLst>
              <a:ext uri="{FF2B5EF4-FFF2-40B4-BE49-F238E27FC236}">
                <a16:creationId xmlns:a16="http://schemas.microsoft.com/office/drawing/2014/main" id="{DA1B09FE-FFA9-1BA0-596D-48AA44D32B34}"/>
              </a:ext>
            </a:extLst>
          </p:cNvPr>
          <p:cNvCxnSpPr/>
          <p:nvPr/>
        </p:nvCxnSpPr>
        <p:spPr>
          <a:xfrm>
            <a:off x="6348269" y="2485775"/>
            <a:ext cx="8086" cy="3067291"/>
          </a:xfrm>
          <a:prstGeom prst="straightConnector1">
            <a:avLst/>
          </a:prstGeom>
          <a:ln>
            <a:solidFill>
              <a:srgbClr val="093A3A"/>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39282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0F5633D-46BA-DC64-12D9-1885BDF2A2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1A60AF-4A84-9FE7-D97F-C8364D546559}"/>
              </a:ext>
            </a:extLst>
          </p:cNvPr>
          <p:cNvSpPr>
            <a:spLocks noGrp="1"/>
          </p:cNvSpPr>
          <p:nvPr>
            <p:ph type="title"/>
          </p:nvPr>
        </p:nvSpPr>
        <p:spPr>
          <a:xfrm>
            <a:off x="838200" y="557188"/>
            <a:ext cx="10515600" cy="1133499"/>
          </a:xfrm>
        </p:spPr>
        <p:txBody>
          <a:bodyPr>
            <a:normAutofit/>
          </a:bodyPr>
          <a:lstStyle/>
          <a:p>
            <a:pPr algn="ctr"/>
            <a:r>
              <a:rPr lang="en-IN" sz="5200"/>
              <a:t>Methodology</a:t>
            </a:r>
          </a:p>
        </p:txBody>
      </p:sp>
      <p:sp>
        <p:nvSpPr>
          <p:cNvPr id="4" name="Content Placeholder 3">
            <a:extLst>
              <a:ext uri="{FF2B5EF4-FFF2-40B4-BE49-F238E27FC236}">
                <a16:creationId xmlns:a16="http://schemas.microsoft.com/office/drawing/2014/main" id="{65638FB9-6274-6850-3879-1091661D9170}"/>
              </a:ext>
            </a:extLst>
          </p:cNvPr>
          <p:cNvSpPr>
            <a:spLocks noGrp="1"/>
          </p:cNvSpPr>
          <p:nvPr>
            <p:ph idx="1"/>
          </p:nvPr>
        </p:nvSpPr>
        <p:spPr>
          <a:xfrm>
            <a:off x="700221" y="1425386"/>
            <a:ext cx="10653579" cy="4593828"/>
          </a:xfrm>
        </p:spPr>
        <p:txBody>
          <a:bodyPr>
            <a:noAutofit/>
          </a:bodyPr>
          <a:lstStyle/>
          <a:p>
            <a:pPr marL="0" lvl="0" indent="0">
              <a:buNone/>
            </a:pPr>
            <a:r>
              <a:rPr lang="en-US" sz="1400" dirty="0">
                <a:latin typeface="Calisto MT"/>
                <a:cs typeface="Arial"/>
              </a:rPr>
              <a:t>1. Dataset Preparation</a:t>
            </a:r>
          </a:p>
          <a:p>
            <a:pPr lvl="1"/>
            <a:r>
              <a:rPr lang="en-US" sz="1400" dirty="0" err="1">
                <a:latin typeface="Calisto MT"/>
                <a:cs typeface="Arial"/>
              </a:rPr>
              <a:t>BOSSbase</a:t>
            </a:r>
            <a:r>
              <a:rPr lang="en-US" sz="1400" dirty="0">
                <a:latin typeface="Calisto MT"/>
                <a:cs typeface="Arial"/>
              </a:rPr>
              <a:t> v1.01 image dataset with 10k grayscale </a:t>
            </a:r>
            <a:r>
              <a:rPr lang="en-US" sz="1400" dirty="0" err="1">
                <a:latin typeface="Calisto MT"/>
                <a:cs typeface="Arial"/>
              </a:rPr>
              <a:t>stego</a:t>
            </a:r>
            <a:r>
              <a:rPr lang="en-US" sz="1400" dirty="0">
                <a:latin typeface="Calisto MT"/>
                <a:cs typeface="Arial"/>
              </a:rPr>
              <a:t> and cover</a:t>
            </a:r>
          </a:p>
          <a:p>
            <a:pPr marL="0" lvl="0" indent="0">
              <a:buNone/>
            </a:pPr>
            <a:r>
              <a:rPr lang="en-US" sz="1400" dirty="0">
                <a:latin typeface="Calisto MT"/>
                <a:cs typeface="Arial"/>
              </a:rPr>
              <a:t>2. SRM </a:t>
            </a:r>
            <a:r>
              <a:rPr lang="en-US" sz="1400" dirty="0" err="1">
                <a:latin typeface="Calisto MT"/>
                <a:cs typeface="Arial"/>
              </a:rPr>
              <a:t>filterbanks</a:t>
            </a:r>
            <a:r>
              <a:rPr lang="en-US" sz="1400" dirty="0">
                <a:latin typeface="Calisto MT"/>
                <a:cs typeface="Arial"/>
              </a:rPr>
              <a:t> and Cover Selection Module</a:t>
            </a:r>
          </a:p>
          <a:p>
            <a:pPr lvl="1"/>
            <a:r>
              <a:rPr lang="en-US" sz="1400" dirty="0">
                <a:latin typeface="Calisto MT"/>
                <a:cs typeface="Arial"/>
              </a:rPr>
              <a:t>SRM </a:t>
            </a:r>
            <a:r>
              <a:rPr lang="en-US" sz="1400" dirty="0" err="1">
                <a:latin typeface="Calisto MT"/>
                <a:cs typeface="Arial"/>
              </a:rPr>
              <a:t>filterbanks</a:t>
            </a:r>
            <a:r>
              <a:rPr lang="en-US" sz="1400" dirty="0">
                <a:latin typeface="Calisto MT"/>
                <a:cs typeface="Arial"/>
              </a:rPr>
              <a:t> designed to highlight subtle noise-like artifacts and residuals in images, which are often introduced by steganographic embedding</a:t>
            </a:r>
          </a:p>
          <a:p>
            <a:pPr lvl="1"/>
            <a:r>
              <a:rPr lang="en-US" sz="1400" dirty="0">
                <a:latin typeface="Calisto MT"/>
                <a:cs typeface="Arial"/>
              </a:rPr>
              <a:t>Analyze image complexity and use of attention strategy to identify potential </a:t>
            </a:r>
            <a:r>
              <a:rPr lang="en-US" sz="1400" dirty="0" err="1">
                <a:latin typeface="Calisto MT"/>
                <a:cs typeface="Arial"/>
              </a:rPr>
              <a:t>stego</a:t>
            </a:r>
            <a:r>
              <a:rPr lang="en-US" sz="1400" dirty="0">
                <a:latin typeface="Calisto MT"/>
                <a:cs typeface="Arial"/>
              </a:rPr>
              <a:t> areas.</a:t>
            </a:r>
          </a:p>
          <a:p>
            <a:pPr marL="0" lvl="0" indent="0">
              <a:buNone/>
            </a:pPr>
            <a:r>
              <a:rPr lang="en-US" sz="1400" dirty="0">
                <a:latin typeface="Calisto MT"/>
                <a:cs typeface="Arial"/>
              </a:rPr>
              <a:t>3. </a:t>
            </a:r>
            <a:r>
              <a:rPr lang="en-US" sz="1400" dirty="0" err="1">
                <a:latin typeface="Calisto MT"/>
                <a:cs typeface="Arial"/>
              </a:rPr>
              <a:t>CSRNet</a:t>
            </a:r>
            <a:r>
              <a:rPr lang="en-US" sz="1400" dirty="0">
                <a:latin typeface="Calisto MT"/>
                <a:cs typeface="Arial"/>
              </a:rPr>
              <a:t> Architecture</a:t>
            </a:r>
          </a:p>
          <a:p>
            <a:pPr lvl="1"/>
            <a:r>
              <a:rPr lang="en-US" sz="1400" dirty="0">
                <a:latin typeface="Calisto MT"/>
                <a:cs typeface="Arial"/>
              </a:rPr>
              <a:t>Convolutional layers with adaptive filtering to extract fine-grained residuals.</a:t>
            </a:r>
          </a:p>
          <a:p>
            <a:pPr lvl="1"/>
            <a:r>
              <a:rPr lang="en-US" sz="1400" dirty="0">
                <a:latin typeface="Calisto MT"/>
                <a:cs typeface="Arial"/>
              </a:rPr>
              <a:t>Residual blocks to capture high-order patterns and suppress cover image content.</a:t>
            </a:r>
          </a:p>
          <a:p>
            <a:pPr lvl="1"/>
            <a:r>
              <a:rPr lang="en-US" sz="1400" dirty="0">
                <a:latin typeface="Calisto MT"/>
                <a:cs typeface="Arial"/>
              </a:rPr>
              <a:t>Final classifier layer outputs binary label (cover/</a:t>
            </a:r>
            <a:r>
              <a:rPr lang="en-US" sz="1400" dirty="0" err="1">
                <a:latin typeface="Calisto MT"/>
                <a:cs typeface="Arial"/>
              </a:rPr>
              <a:t>stego</a:t>
            </a:r>
            <a:r>
              <a:rPr lang="en-US" sz="1400" dirty="0">
                <a:latin typeface="Calisto MT"/>
                <a:cs typeface="Arial"/>
              </a:rPr>
              <a:t>).</a:t>
            </a:r>
          </a:p>
          <a:p>
            <a:pPr marL="0" lvl="0" indent="0">
              <a:buNone/>
            </a:pPr>
            <a:r>
              <a:rPr lang="en-US" sz="1400" dirty="0">
                <a:latin typeface="Calisto MT"/>
                <a:cs typeface="Arial"/>
              </a:rPr>
              <a:t>4. Training and Evaluation</a:t>
            </a:r>
          </a:p>
          <a:p>
            <a:pPr marL="514350" lvl="2" indent="-285750" defTabSz="488950">
              <a:lnSpc>
                <a:spcPct val="90000"/>
              </a:lnSpc>
              <a:spcBef>
                <a:spcPct val="0"/>
              </a:spcBef>
              <a:spcAft>
                <a:spcPct val="35000"/>
              </a:spcAft>
            </a:pPr>
            <a:r>
              <a:rPr lang="en-US" sz="1400" dirty="0">
                <a:latin typeface="Calisto MT"/>
                <a:cs typeface="Arial"/>
              </a:rPr>
              <a:t>Splitting dataset. Using accuracy, precision, recall for model performance</a:t>
            </a:r>
          </a:p>
          <a:p>
            <a:pPr marL="0" lvl="0" indent="0">
              <a:buNone/>
            </a:pPr>
            <a:r>
              <a:rPr lang="en-US" sz="1400" dirty="0">
                <a:latin typeface="Calisto MT"/>
                <a:cs typeface="Arial"/>
              </a:rPr>
              <a:t>5. </a:t>
            </a:r>
            <a:r>
              <a:rPr lang="en-US" sz="1400" dirty="0" err="1">
                <a:latin typeface="Calisto MT"/>
                <a:cs typeface="Arial"/>
              </a:rPr>
              <a:t>DeepLIFT</a:t>
            </a:r>
            <a:r>
              <a:rPr lang="en-US" sz="1400" dirty="0">
                <a:latin typeface="Calisto MT"/>
                <a:cs typeface="Arial"/>
              </a:rPr>
              <a:t> for Explainability</a:t>
            </a:r>
          </a:p>
          <a:p>
            <a:pPr lvl="1"/>
            <a:r>
              <a:rPr lang="en-US" sz="1400" dirty="0">
                <a:latin typeface="Calisto MT"/>
                <a:cs typeface="Arial"/>
              </a:rPr>
              <a:t>Use post-hoc </a:t>
            </a:r>
            <a:r>
              <a:rPr lang="en-US" sz="1400" dirty="0" err="1">
                <a:latin typeface="Calisto MT"/>
                <a:cs typeface="Arial"/>
              </a:rPr>
              <a:t>DeepLIFT</a:t>
            </a:r>
            <a:r>
              <a:rPr lang="en-US" sz="1400" dirty="0">
                <a:latin typeface="Calisto MT"/>
                <a:cs typeface="Arial"/>
              </a:rPr>
              <a:t> to compute feature attribution maps.</a:t>
            </a:r>
          </a:p>
          <a:p>
            <a:pPr lvl="1"/>
            <a:r>
              <a:rPr lang="en-US" sz="1400" dirty="0">
                <a:latin typeface="Calisto MT"/>
                <a:cs typeface="Arial"/>
              </a:rPr>
              <a:t>Highlights image pixels most responsible for classification (i.e., “why it was predicted as </a:t>
            </a:r>
            <a:r>
              <a:rPr lang="en-US" sz="1400" dirty="0" err="1">
                <a:latin typeface="Calisto MT"/>
                <a:cs typeface="Arial"/>
              </a:rPr>
              <a:t>stego</a:t>
            </a:r>
            <a:r>
              <a:rPr lang="en-US" sz="1400" dirty="0">
                <a:latin typeface="Calisto MT"/>
                <a:cs typeface="Arial"/>
              </a:rPr>
              <a:t>”).</a:t>
            </a:r>
          </a:p>
          <a:p>
            <a:pPr lvl="1"/>
            <a:r>
              <a:rPr lang="en-US" sz="1400" dirty="0">
                <a:latin typeface="Calisto MT"/>
                <a:cs typeface="Arial"/>
              </a:rPr>
              <a:t>Evaluating XAI</a:t>
            </a:r>
          </a:p>
        </p:txBody>
      </p:sp>
    </p:spTree>
    <p:extLst>
      <p:ext uri="{BB962C8B-B14F-4D97-AF65-F5344CB8AC3E}">
        <p14:creationId xmlns:p14="http://schemas.microsoft.com/office/powerpoint/2010/main" val="3869656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8DCB1B3-C832-3EB5-AA90-AA4EE331D017}"/>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A0180A4C-BB92-E2F1-E3B3-E037309C869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2888" y="219560"/>
            <a:ext cx="7450434" cy="3149515"/>
          </a:xfrm>
          <a:prstGeom prst="rect">
            <a:avLst/>
          </a:prstGeom>
          <a:noFill/>
          <a:ln>
            <a:noFill/>
          </a:ln>
        </p:spPr>
      </p:pic>
      <p:pic>
        <p:nvPicPr>
          <p:cNvPr id="9" name="Picture 8">
            <a:extLst>
              <a:ext uri="{FF2B5EF4-FFF2-40B4-BE49-F238E27FC236}">
                <a16:creationId xmlns:a16="http://schemas.microsoft.com/office/drawing/2014/main" id="{278A90B9-8FED-7C6E-493F-0AAB5DD9983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045" b="2619"/>
          <a:stretch>
            <a:fillRect/>
          </a:stretch>
        </p:blipFill>
        <p:spPr bwMode="auto">
          <a:xfrm>
            <a:off x="1482823" y="3429000"/>
            <a:ext cx="9550563" cy="3262654"/>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07619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C34EAC7-EA00-13D0-000C-2AA7D4B950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D2F022-E069-5B04-74C5-F982D46D5EDA}"/>
              </a:ext>
            </a:extLst>
          </p:cNvPr>
          <p:cNvSpPr>
            <a:spLocks noGrp="1"/>
          </p:cNvSpPr>
          <p:nvPr>
            <p:ph type="title"/>
          </p:nvPr>
        </p:nvSpPr>
        <p:spPr>
          <a:xfrm>
            <a:off x="1148022" y="627740"/>
            <a:ext cx="9895951" cy="1033669"/>
          </a:xfrm>
        </p:spPr>
        <p:txBody>
          <a:bodyPr>
            <a:normAutofit/>
          </a:bodyPr>
          <a:lstStyle/>
          <a:p>
            <a:pPr algn="ctr"/>
            <a:r>
              <a:rPr lang="en-IN" sz="4000" dirty="0"/>
              <a:t>Results and Conclusion</a:t>
            </a:r>
          </a:p>
        </p:txBody>
      </p:sp>
      <p:sp>
        <p:nvSpPr>
          <p:cNvPr id="4" name="Rectangle 1">
            <a:extLst>
              <a:ext uri="{FF2B5EF4-FFF2-40B4-BE49-F238E27FC236}">
                <a16:creationId xmlns:a16="http://schemas.microsoft.com/office/drawing/2014/main" id="{0FD08F1A-A729-79E9-015A-23831FF2F7BA}"/>
              </a:ext>
            </a:extLst>
          </p:cNvPr>
          <p:cNvSpPr>
            <a:spLocks noGrp="1" noChangeArrowheads="1"/>
          </p:cNvSpPr>
          <p:nvPr>
            <p:ph idx="1"/>
          </p:nvPr>
        </p:nvSpPr>
        <p:spPr bwMode="auto">
          <a:xfrm>
            <a:off x="625055" y="1989088"/>
            <a:ext cx="6804984" cy="167574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marL="0" indent="0" eaLnBrk="0" fontAlgn="base" hangingPunct="0">
              <a:lnSpc>
                <a:spcPct val="110000"/>
              </a:lnSpc>
              <a:spcBef>
                <a:spcPct val="0"/>
              </a:spcBef>
              <a:spcAft>
                <a:spcPct val="0"/>
              </a:spcAft>
              <a:buNone/>
            </a:pPr>
            <a:r>
              <a:rPr lang="en-US" altLang="en-US" sz="1800" b="1" dirty="0">
                <a:latin typeface="Calisto MT"/>
              </a:rPr>
              <a:t>Training efficiency</a:t>
            </a:r>
            <a:r>
              <a:rPr kumimoji="0" lang="en-US" altLang="en-US" sz="1800" b="1" i="0" u="none" strike="noStrike" cap="none" normalizeH="0" baseline="0" dirty="0">
                <a:ln>
                  <a:noFill/>
                </a:ln>
                <a:effectLst/>
                <a:latin typeface="Calisto MT"/>
              </a:rPr>
              <a:t>:</a:t>
            </a:r>
            <a:endParaRPr lang="en-US" altLang="en-US" sz="1800" b="1" i="0" u="none" strike="noStrike" cap="none" normalizeH="0" baseline="0" dirty="0">
              <a:ln>
                <a:noFill/>
              </a:ln>
              <a:effectLst/>
              <a:latin typeface="Calisto MT"/>
              <a:cs typeface="Arial" panose="020B0604020202020204" pitchFamily="34" charset="0"/>
            </a:endParaRPr>
          </a:p>
          <a:p>
            <a:pPr eaLnBrk="0" fontAlgn="base" hangingPunct="0">
              <a:lnSpc>
                <a:spcPct val="110000"/>
              </a:lnSpc>
              <a:spcBef>
                <a:spcPct val="0"/>
              </a:spcBef>
              <a:spcAft>
                <a:spcPct val="0"/>
              </a:spcAft>
            </a:pPr>
            <a:r>
              <a:rPr lang="en-US" altLang="en-US" sz="1800" dirty="0">
                <a:latin typeface="Calisto MT"/>
              </a:rPr>
              <a:t>Cover-selection </a:t>
            </a:r>
            <a:r>
              <a:rPr kumimoji="0" lang="en-US" altLang="en-US" sz="1800" i="0" u="none" strike="noStrike" cap="none" normalizeH="0" baseline="0" dirty="0">
                <a:ln>
                  <a:noFill/>
                </a:ln>
                <a:effectLst/>
                <a:latin typeface="Calisto MT"/>
              </a:rPr>
              <a:t>would reduce training time and improves convergence.</a:t>
            </a:r>
            <a:endParaRPr lang="en-US" altLang="en-US" sz="1800" i="0" u="none" strike="noStrike" cap="none" normalizeH="0" baseline="0" dirty="0">
              <a:ln>
                <a:noFill/>
              </a:ln>
              <a:effectLst/>
              <a:latin typeface="Calisto MT"/>
              <a:cs typeface="Arial" panose="020B0604020202020204" pitchFamily="34" charset="0"/>
            </a:endParaRPr>
          </a:p>
          <a:p>
            <a:pPr eaLnBrk="0" fontAlgn="base" hangingPunct="0">
              <a:lnSpc>
                <a:spcPct val="110000"/>
              </a:lnSpc>
              <a:spcBef>
                <a:spcPct val="0"/>
              </a:spcBef>
              <a:spcAft>
                <a:spcPct val="0"/>
              </a:spcAft>
            </a:pPr>
            <a:r>
              <a:rPr lang="en-US" altLang="en-US" sz="1800" dirty="0">
                <a:latin typeface="Calisto MT"/>
              </a:rPr>
              <a:t>Adaptive </a:t>
            </a:r>
            <a:r>
              <a:rPr kumimoji="0" lang="en-US" altLang="en-US" sz="1800" i="0" u="none" strike="noStrike" cap="none" normalizeH="0" baseline="0" dirty="0">
                <a:ln>
                  <a:noFill/>
                </a:ln>
                <a:effectLst/>
                <a:latin typeface="Calisto MT"/>
              </a:rPr>
              <a:t>filters in </a:t>
            </a:r>
            <a:r>
              <a:rPr lang="en-US" altLang="en-US" sz="1800" dirty="0" err="1">
                <a:latin typeface="Calisto MT"/>
              </a:rPr>
              <a:t>CSRNet</a:t>
            </a:r>
            <a:r>
              <a:rPr lang="en-US" altLang="en-US" sz="1800" dirty="0">
                <a:latin typeface="Calisto MT"/>
              </a:rPr>
              <a:t> </a:t>
            </a:r>
            <a:r>
              <a:rPr kumimoji="0" lang="en-US" altLang="en-US" sz="1800" i="0" u="none" strike="noStrike" cap="none" normalizeH="0" baseline="0" dirty="0">
                <a:ln>
                  <a:noFill/>
                </a:ln>
                <a:effectLst/>
                <a:latin typeface="Calisto MT"/>
              </a:rPr>
              <a:t>would capture better noise-residual cues.</a:t>
            </a:r>
            <a:endParaRPr lang="en-US" altLang="en-US" sz="1800" i="0" u="none" strike="noStrike" cap="none" normalizeH="0" baseline="0" dirty="0">
              <a:ln>
                <a:noFill/>
              </a:ln>
              <a:effectLst/>
              <a:latin typeface="Calisto MT"/>
              <a:cs typeface="Arial" panose="020B0604020202020204" pitchFamily="34" charset="0"/>
            </a:endParaRPr>
          </a:p>
          <a:p>
            <a:pPr marL="0" indent="0" eaLnBrk="0" fontAlgn="base" hangingPunct="0">
              <a:lnSpc>
                <a:spcPct val="110000"/>
              </a:lnSpc>
              <a:spcBef>
                <a:spcPct val="0"/>
              </a:spcBef>
              <a:spcAft>
                <a:spcPct val="0"/>
              </a:spcAft>
              <a:buNone/>
            </a:pPr>
            <a:r>
              <a:rPr lang="en-US" altLang="en-US" sz="1800" b="1" dirty="0">
                <a:latin typeface="Calisto MT"/>
              </a:rPr>
              <a:t>Robustness testing</a:t>
            </a:r>
            <a:r>
              <a:rPr kumimoji="0" lang="en-US" altLang="en-US" sz="1800" b="1" i="0" u="none" strike="noStrike" cap="none" normalizeH="0" baseline="0" dirty="0">
                <a:ln>
                  <a:noFill/>
                </a:ln>
                <a:effectLst/>
                <a:latin typeface="Calisto MT"/>
              </a:rPr>
              <a:t>:</a:t>
            </a:r>
            <a:endParaRPr lang="en-US" altLang="en-US" sz="1800" b="1" i="0" u="none" strike="noStrike" cap="none" normalizeH="0" baseline="0" dirty="0">
              <a:ln>
                <a:noFill/>
              </a:ln>
              <a:effectLst/>
              <a:latin typeface="Calisto MT"/>
              <a:cs typeface="Arial" panose="020B0604020202020204" pitchFamily="34" charset="0"/>
            </a:endParaRPr>
          </a:p>
          <a:p>
            <a:pPr eaLnBrk="0" fontAlgn="base" hangingPunct="0">
              <a:lnSpc>
                <a:spcPct val="110000"/>
              </a:lnSpc>
              <a:spcBef>
                <a:spcPct val="0"/>
              </a:spcBef>
              <a:spcAft>
                <a:spcPct val="0"/>
              </a:spcAft>
            </a:pPr>
            <a:r>
              <a:rPr lang="en-US" altLang="en-US" sz="1800" dirty="0">
                <a:latin typeface="Calisto MT"/>
              </a:rPr>
              <a:t>Expected </a:t>
            </a:r>
            <a:r>
              <a:rPr kumimoji="0" lang="en-US" altLang="en-US" sz="1800" i="0" u="none" strike="noStrike" cap="none" normalizeH="0" baseline="0" dirty="0">
                <a:ln>
                  <a:noFill/>
                </a:ln>
                <a:effectLst/>
                <a:latin typeface="Calisto MT"/>
              </a:rPr>
              <a:t>to </a:t>
            </a:r>
            <a:r>
              <a:rPr lang="en-US" altLang="en-US" sz="1800" cap="none" dirty="0">
                <a:effectLst/>
                <a:latin typeface="Calisto MT"/>
              </a:rPr>
              <a:t>m</a:t>
            </a:r>
            <a:r>
              <a:rPr kumimoji="0" lang="en-US" altLang="en-US" sz="1800" i="0" u="none" strike="noStrike" cap="none" normalizeH="0" baseline="0" dirty="0">
                <a:ln>
                  <a:noFill/>
                </a:ln>
                <a:effectLst/>
                <a:latin typeface="Calisto MT"/>
              </a:rPr>
              <a:t>aintain performance under </a:t>
            </a:r>
            <a:r>
              <a:rPr lang="en-US" altLang="en-US" sz="1800" dirty="0">
                <a:latin typeface="Calisto MT"/>
              </a:rPr>
              <a:t>jpeg </a:t>
            </a:r>
            <a:r>
              <a:rPr kumimoji="0" lang="en-US" altLang="en-US" sz="1800" i="0" u="none" strike="noStrike" cap="none" normalizeH="0" baseline="0" dirty="0">
                <a:ln>
                  <a:noFill/>
                </a:ln>
                <a:effectLst/>
                <a:latin typeface="Calisto MT"/>
              </a:rPr>
              <a:t>compression, scaling, and rotation.</a:t>
            </a:r>
            <a:endParaRPr lang="en-US" altLang="en-US" sz="1800" i="0" u="none" strike="noStrike" cap="none" normalizeH="0" baseline="0" dirty="0">
              <a:ln>
                <a:noFill/>
              </a:ln>
              <a:effectLst/>
              <a:latin typeface="Calisto MT"/>
              <a:cs typeface="Arial" panose="020B0604020202020204" pitchFamily="34" charset="0"/>
            </a:endParaRPr>
          </a:p>
        </p:txBody>
      </p:sp>
      <p:sp>
        <p:nvSpPr>
          <p:cNvPr id="3" name="TextBox 2">
            <a:extLst>
              <a:ext uri="{FF2B5EF4-FFF2-40B4-BE49-F238E27FC236}">
                <a16:creationId xmlns:a16="http://schemas.microsoft.com/office/drawing/2014/main" id="{495BBADB-8881-C819-29F8-E218AEDC1223}"/>
              </a:ext>
            </a:extLst>
          </p:cNvPr>
          <p:cNvSpPr txBox="1"/>
          <p:nvPr/>
        </p:nvSpPr>
        <p:spPr>
          <a:xfrm>
            <a:off x="459350" y="4353928"/>
            <a:ext cx="6975764" cy="22492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spcBef>
                <a:spcPts val="1000"/>
              </a:spcBef>
              <a:buFont typeface="Wingdings"/>
              <a:buChar char="Ø"/>
            </a:pPr>
            <a:r>
              <a:rPr lang="en-US" dirty="0">
                <a:latin typeface="Calisto MT"/>
              </a:rPr>
              <a:t>Successful design of a steganalysis framework.</a:t>
            </a:r>
            <a:endParaRPr lang="en-US" dirty="0"/>
          </a:p>
          <a:p>
            <a:pPr marL="285750" indent="-285750">
              <a:lnSpc>
                <a:spcPct val="150000"/>
              </a:lnSpc>
              <a:spcBef>
                <a:spcPts val="1000"/>
              </a:spcBef>
              <a:buFont typeface="Wingdings"/>
              <a:buChar char="Ø"/>
            </a:pPr>
            <a:r>
              <a:rPr lang="en-US" dirty="0">
                <a:latin typeface="Calisto MT"/>
              </a:rPr>
              <a:t>Robustness across multiple steganography algorithms and real-world.</a:t>
            </a:r>
          </a:p>
          <a:p>
            <a:pPr marL="285750" indent="-285750">
              <a:lnSpc>
                <a:spcPct val="150000"/>
              </a:lnSpc>
              <a:spcBef>
                <a:spcPct val="0"/>
              </a:spcBef>
              <a:spcAft>
                <a:spcPct val="0"/>
              </a:spcAft>
              <a:buFont typeface="Wingdings"/>
              <a:buChar char="Ø"/>
            </a:pPr>
            <a:r>
              <a:rPr lang="en-US" dirty="0">
                <a:latin typeface="Calisto MT"/>
              </a:rPr>
              <a:t>Opens path toward trustworthy AI in sensitive image security domains.</a:t>
            </a:r>
          </a:p>
        </p:txBody>
      </p:sp>
      <p:graphicFrame>
        <p:nvGraphicFramePr>
          <p:cNvPr id="5" name="Table 4">
            <a:extLst>
              <a:ext uri="{FF2B5EF4-FFF2-40B4-BE49-F238E27FC236}">
                <a16:creationId xmlns:a16="http://schemas.microsoft.com/office/drawing/2014/main" id="{E8C797DF-975A-BA40-D09A-DC17E3E166C7}"/>
              </a:ext>
            </a:extLst>
          </p:cNvPr>
          <p:cNvGraphicFramePr>
            <a:graphicFrameLocks noGrp="1"/>
          </p:cNvGraphicFramePr>
          <p:nvPr>
            <p:extLst>
              <p:ext uri="{D42A27DB-BD31-4B8C-83A1-F6EECF244321}">
                <p14:modId xmlns:p14="http://schemas.microsoft.com/office/powerpoint/2010/main" val="3344708001"/>
              </p:ext>
            </p:extLst>
          </p:nvPr>
        </p:nvGraphicFramePr>
        <p:xfrm>
          <a:off x="8221793" y="1813603"/>
          <a:ext cx="3345152" cy="1328204"/>
        </p:xfrm>
        <a:graphic>
          <a:graphicData uri="http://schemas.openxmlformats.org/drawingml/2006/table">
            <a:tbl>
              <a:tblPr firstRow="1" firstCol="1" bandRow="1">
                <a:tableStyleId>{2D5ABB26-0587-4C30-8999-92F81FD0307C}</a:tableStyleId>
              </a:tblPr>
              <a:tblGrid>
                <a:gridCol w="1672576">
                  <a:extLst>
                    <a:ext uri="{9D8B030D-6E8A-4147-A177-3AD203B41FA5}">
                      <a16:colId xmlns:a16="http://schemas.microsoft.com/office/drawing/2014/main" val="3645193511"/>
                    </a:ext>
                  </a:extLst>
                </a:gridCol>
                <a:gridCol w="1672576">
                  <a:extLst>
                    <a:ext uri="{9D8B030D-6E8A-4147-A177-3AD203B41FA5}">
                      <a16:colId xmlns:a16="http://schemas.microsoft.com/office/drawing/2014/main" val="3575585009"/>
                    </a:ext>
                  </a:extLst>
                </a:gridCol>
              </a:tblGrid>
              <a:tr h="332051">
                <a:tc>
                  <a:txBody>
                    <a:bodyPr/>
                    <a:lstStyle/>
                    <a:p>
                      <a:pPr algn="ctr">
                        <a:buNone/>
                      </a:pPr>
                      <a:r>
                        <a:rPr lang="x-none" sz="1000" spc="-5" dirty="0">
                          <a:effectLst/>
                        </a:rPr>
                        <a:t>Precision</a:t>
                      </a:r>
                      <a:endParaRPr lang="en-IN" sz="1000" dirty="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b="0" spc="-5" dirty="0">
                          <a:effectLst/>
                        </a:rPr>
                        <a:t>0.8635</a:t>
                      </a:r>
                      <a:endParaRPr lang="en-IN" sz="1000" b="0" dirty="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2396296"/>
                  </a:ext>
                </a:extLst>
              </a:tr>
              <a:tr h="332051">
                <a:tc>
                  <a:txBody>
                    <a:bodyPr/>
                    <a:lstStyle/>
                    <a:p>
                      <a:pPr algn="ctr">
                        <a:buNone/>
                      </a:pPr>
                      <a:r>
                        <a:rPr lang="x-none" sz="1000" spc="-5">
                          <a:effectLst/>
                        </a:rPr>
                        <a:t>Accuracy</a:t>
                      </a:r>
                      <a:endParaRPr lang="en-IN" sz="100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spc="-5" dirty="0">
                          <a:effectLst/>
                        </a:rPr>
                        <a:t>0.8821</a:t>
                      </a:r>
                      <a:endParaRPr lang="en-IN" sz="1000" dirty="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1871852"/>
                  </a:ext>
                </a:extLst>
              </a:tr>
              <a:tr h="332051">
                <a:tc>
                  <a:txBody>
                    <a:bodyPr/>
                    <a:lstStyle/>
                    <a:p>
                      <a:pPr algn="ctr">
                        <a:buNone/>
                      </a:pPr>
                      <a:r>
                        <a:rPr lang="x-none" sz="1000" spc="-5">
                          <a:effectLst/>
                        </a:rPr>
                        <a:t>Recall</a:t>
                      </a:r>
                      <a:endParaRPr lang="en-IN" sz="100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spc="-5" dirty="0">
                          <a:effectLst/>
                        </a:rPr>
                        <a:t>0.8713</a:t>
                      </a:r>
                      <a:endParaRPr lang="en-IN" sz="1000" dirty="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1868037"/>
                  </a:ext>
                </a:extLst>
              </a:tr>
              <a:tr h="332051">
                <a:tc>
                  <a:txBody>
                    <a:bodyPr/>
                    <a:lstStyle/>
                    <a:p>
                      <a:pPr algn="ctr">
                        <a:buNone/>
                      </a:pPr>
                      <a:r>
                        <a:rPr lang="x-none" sz="1000" spc="-5">
                          <a:effectLst/>
                        </a:rPr>
                        <a:t>F1-Score</a:t>
                      </a:r>
                      <a:endParaRPr lang="en-IN" sz="100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spc="-5" dirty="0">
                          <a:effectLst/>
                        </a:rPr>
                        <a:t>0.8616</a:t>
                      </a:r>
                      <a:endParaRPr lang="en-IN" sz="1000" dirty="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0705559"/>
                  </a:ext>
                </a:extLst>
              </a:tr>
            </a:tbl>
          </a:graphicData>
        </a:graphic>
      </p:graphicFrame>
      <p:graphicFrame>
        <p:nvGraphicFramePr>
          <p:cNvPr id="6" name="Table 5">
            <a:extLst>
              <a:ext uri="{FF2B5EF4-FFF2-40B4-BE49-F238E27FC236}">
                <a16:creationId xmlns:a16="http://schemas.microsoft.com/office/drawing/2014/main" id="{8CC3F0E7-BC6A-26BB-FC5D-81A66C86B1B7}"/>
              </a:ext>
            </a:extLst>
          </p:cNvPr>
          <p:cNvGraphicFramePr>
            <a:graphicFrameLocks noGrp="1"/>
          </p:cNvGraphicFramePr>
          <p:nvPr>
            <p:extLst>
              <p:ext uri="{D42A27DB-BD31-4B8C-83A1-F6EECF244321}">
                <p14:modId xmlns:p14="http://schemas.microsoft.com/office/powerpoint/2010/main" val="3605540866"/>
              </p:ext>
            </p:extLst>
          </p:nvPr>
        </p:nvGraphicFramePr>
        <p:xfrm>
          <a:off x="7526215" y="3556814"/>
          <a:ext cx="4403385" cy="1952273"/>
        </p:xfrm>
        <a:graphic>
          <a:graphicData uri="http://schemas.openxmlformats.org/drawingml/2006/table">
            <a:tbl>
              <a:tblPr firstRow="1" firstCol="1" bandRow="1">
                <a:tableStyleId>{2D5ABB26-0587-4C30-8999-92F81FD0307C}</a:tableStyleId>
              </a:tblPr>
              <a:tblGrid>
                <a:gridCol w="1032837">
                  <a:extLst>
                    <a:ext uri="{9D8B030D-6E8A-4147-A177-3AD203B41FA5}">
                      <a16:colId xmlns:a16="http://schemas.microsoft.com/office/drawing/2014/main" val="2018791718"/>
                    </a:ext>
                  </a:extLst>
                </a:gridCol>
                <a:gridCol w="953039">
                  <a:extLst>
                    <a:ext uri="{9D8B030D-6E8A-4147-A177-3AD203B41FA5}">
                      <a16:colId xmlns:a16="http://schemas.microsoft.com/office/drawing/2014/main" val="2055825186"/>
                    </a:ext>
                  </a:extLst>
                </a:gridCol>
                <a:gridCol w="844224">
                  <a:extLst>
                    <a:ext uri="{9D8B030D-6E8A-4147-A177-3AD203B41FA5}">
                      <a16:colId xmlns:a16="http://schemas.microsoft.com/office/drawing/2014/main" val="503432533"/>
                    </a:ext>
                  </a:extLst>
                </a:gridCol>
                <a:gridCol w="620246">
                  <a:extLst>
                    <a:ext uri="{9D8B030D-6E8A-4147-A177-3AD203B41FA5}">
                      <a16:colId xmlns:a16="http://schemas.microsoft.com/office/drawing/2014/main" val="4047720520"/>
                    </a:ext>
                  </a:extLst>
                </a:gridCol>
                <a:gridCol w="953039">
                  <a:extLst>
                    <a:ext uri="{9D8B030D-6E8A-4147-A177-3AD203B41FA5}">
                      <a16:colId xmlns:a16="http://schemas.microsoft.com/office/drawing/2014/main" val="1824674268"/>
                    </a:ext>
                  </a:extLst>
                </a:gridCol>
              </a:tblGrid>
              <a:tr h="501161">
                <a:tc>
                  <a:txBody>
                    <a:bodyPr/>
                    <a:lstStyle/>
                    <a:p>
                      <a:pPr algn="ctr">
                        <a:buNone/>
                      </a:pPr>
                      <a:r>
                        <a:rPr lang="x-none" sz="1000" b="1" spc="-5" dirty="0">
                          <a:effectLst/>
                        </a:rPr>
                        <a:t>Experiment</a:t>
                      </a:r>
                      <a:endParaRPr lang="en-IN" sz="1000" b="1" dirty="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b="1" spc="-5" dirty="0">
                          <a:effectLst/>
                        </a:rPr>
                        <a:t>Train-Test- Validation Split</a:t>
                      </a:r>
                      <a:endParaRPr lang="en-IN" sz="1000" b="1" dirty="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b="1" spc="-5">
                          <a:effectLst/>
                        </a:rPr>
                        <a:t>Learning Rate</a:t>
                      </a:r>
                      <a:endParaRPr lang="en-IN" sz="1000" b="1">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b="1" spc="-5">
                          <a:effectLst/>
                        </a:rPr>
                        <a:t>Batch Size</a:t>
                      </a:r>
                      <a:endParaRPr lang="en-IN" sz="1000" b="1">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b="1" spc="-5" dirty="0">
                          <a:effectLst/>
                        </a:rPr>
                        <a:t>Validation Accuracy</a:t>
                      </a:r>
                      <a:endParaRPr lang="en-IN" sz="1000" b="1" dirty="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9628684"/>
                  </a:ext>
                </a:extLst>
              </a:tr>
              <a:tr h="391963">
                <a:tc>
                  <a:txBody>
                    <a:bodyPr/>
                    <a:lstStyle/>
                    <a:p>
                      <a:pPr algn="ctr">
                        <a:buNone/>
                      </a:pPr>
                      <a:r>
                        <a:rPr lang="x-none" sz="1000" spc="-5">
                          <a:effectLst/>
                        </a:rPr>
                        <a:t>1</a:t>
                      </a:r>
                      <a:endParaRPr lang="en-IN" sz="100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spc="-5">
                          <a:effectLst/>
                        </a:rPr>
                        <a:t>60-20-20</a:t>
                      </a:r>
                      <a:endParaRPr lang="en-IN" sz="100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spc="-5" dirty="0">
                          <a:effectLst/>
                        </a:rPr>
                        <a:t>0.005</a:t>
                      </a:r>
                      <a:endParaRPr lang="en-IN" sz="1000" dirty="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spc="-5">
                          <a:effectLst/>
                        </a:rPr>
                        <a:t>32</a:t>
                      </a:r>
                      <a:endParaRPr lang="en-IN" sz="100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spc="-5">
                          <a:effectLst/>
                        </a:rPr>
                        <a:t>0.55</a:t>
                      </a:r>
                      <a:endParaRPr lang="en-IN" sz="100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4299857"/>
                  </a:ext>
                </a:extLst>
              </a:tr>
              <a:tr h="391963">
                <a:tc>
                  <a:txBody>
                    <a:bodyPr/>
                    <a:lstStyle/>
                    <a:p>
                      <a:pPr algn="ctr">
                        <a:buNone/>
                      </a:pPr>
                      <a:r>
                        <a:rPr lang="x-none" sz="1000" spc="-5">
                          <a:effectLst/>
                        </a:rPr>
                        <a:t>2</a:t>
                      </a:r>
                      <a:endParaRPr lang="en-IN" sz="100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spc="-5">
                          <a:effectLst/>
                        </a:rPr>
                        <a:t>70-20-10</a:t>
                      </a:r>
                      <a:endParaRPr lang="en-IN" sz="100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spc="-5">
                          <a:effectLst/>
                        </a:rPr>
                        <a:t>0.002</a:t>
                      </a:r>
                      <a:endParaRPr lang="en-IN" sz="100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spc="-5" dirty="0">
                          <a:effectLst/>
                        </a:rPr>
                        <a:t>8</a:t>
                      </a:r>
                      <a:endParaRPr lang="en-IN" sz="1000" dirty="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spc="-5">
                          <a:effectLst/>
                        </a:rPr>
                        <a:t>0.67</a:t>
                      </a:r>
                      <a:endParaRPr lang="en-IN" sz="100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3762111"/>
                  </a:ext>
                </a:extLst>
              </a:tr>
              <a:tr h="275222">
                <a:tc>
                  <a:txBody>
                    <a:bodyPr/>
                    <a:lstStyle/>
                    <a:p>
                      <a:pPr algn="ctr">
                        <a:buNone/>
                      </a:pPr>
                      <a:r>
                        <a:rPr lang="x-none" sz="1000" spc="-5">
                          <a:effectLst/>
                        </a:rPr>
                        <a:t>3</a:t>
                      </a:r>
                      <a:endParaRPr lang="en-IN" sz="100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spc="-5">
                          <a:effectLst/>
                        </a:rPr>
                        <a:t>70-20-10</a:t>
                      </a:r>
                      <a:endParaRPr lang="en-IN" sz="100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spc="-5">
                          <a:effectLst/>
                        </a:rPr>
                        <a:t>0.001</a:t>
                      </a:r>
                      <a:endParaRPr lang="en-IN" sz="100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spc="-5">
                          <a:effectLst/>
                        </a:rPr>
                        <a:t>16</a:t>
                      </a:r>
                      <a:endParaRPr lang="en-IN" sz="100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spc="-5">
                          <a:effectLst/>
                        </a:rPr>
                        <a:t>0.74</a:t>
                      </a:r>
                      <a:endParaRPr lang="en-IN" sz="100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4557159"/>
                  </a:ext>
                </a:extLst>
              </a:tr>
              <a:tr h="195982">
                <a:tc>
                  <a:txBody>
                    <a:bodyPr/>
                    <a:lstStyle/>
                    <a:p>
                      <a:pPr algn="ctr">
                        <a:buNone/>
                      </a:pPr>
                      <a:r>
                        <a:rPr lang="x-none" sz="1000" spc="-5">
                          <a:effectLst/>
                        </a:rPr>
                        <a:t>4</a:t>
                      </a:r>
                      <a:endParaRPr lang="en-IN" sz="100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spc="-5">
                          <a:effectLst/>
                        </a:rPr>
                        <a:t>80-10-10</a:t>
                      </a:r>
                      <a:endParaRPr lang="en-IN" sz="100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spc="-5">
                          <a:effectLst/>
                        </a:rPr>
                        <a:t>0.005</a:t>
                      </a:r>
                      <a:endParaRPr lang="en-IN" sz="100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spc="-5">
                          <a:effectLst/>
                        </a:rPr>
                        <a:t>16</a:t>
                      </a:r>
                      <a:endParaRPr lang="en-IN" sz="100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spc="-5">
                          <a:effectLst/>
                        </a:rPr>
                        <a:t>0.79</a:t>
                      </a:r>
                      <a:endParaRPr lang="en-IN" sz="100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3568304"/>
                  </a:ext>
                </a:extLst>
              </a:tr>
              <a:tr h="195982">
                <a:tc>
                  <a:txBody>
                    <a:bodyPr/>
                    <a:lstStyle/>
                    <a:p>
                      <a:pPr algn="ctr">
                        <a:buNone/>
                      </a:pPr>
                      <a:r>
                        <a:rPr lang="x-none" sz="1000" spc="-5">
                          <a:effectLst/>
                        </a:rPr>
                        <a:t>5</a:t>
                      </a:r>
                      <a:endParaRPr lang="en-IN" sz="100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spc="-5">
                          <a:effectLst/>
                        </a:rPr>
                        <a:t>80-10-10</a:t>
                      </a:r>
                      <a:endParaRPr lang="en-IN" sz="100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spc="-5">
                          <a:effectLst/>
                        </a:rPr>
                        <a:t>0.001</a:t>
                      </a:r>
                      <a:endParaRPr lang="en-IN" sz="100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spc="-5">
                          <a:effectLst/>
                        </a:rPr>
                        <a:t>8</a:t>
                      </a:r>
                      <a:endParaRPr lang="en-IN" sz="100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x-none" sz="1000" spc="-5" dirty="0">
                          <a:effectLst/>
                        </a:rPr>
                        <a:t>0.88</a:t>
                      </a:r>
                      <a:endParaRPr lang="en-IN" sz="1000" dirty="0">
                        <a:effectLst/>
                        <a:latin typeface="Times New Roman" panose="02020603050405020304" pitchFamily="18" charset="0"/>
                        <a:ea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6615276"/>
                  </a:ext>
                </a:extLst>
              </a:tr>
            </a:tbl>
          </a:graphicData>
        </a:graphic>
      </p:graphicFrame>
    </p:spTree>
    <p:extLst>
      <p:ext uri="{BB962C8B-B14F-4D97-AF65-F5344CB8AC3E}">
        <p14:creationId xmlns:p14="http://schemas.microsoft.com/office/powerpoint/2010/main" val="820805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D527979-A3B7-A3E5-ACA1-FC280D262C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BC20BC-3D1F-FB96-D305-A5E183F03B62}"/>
              </a:ext>
            </a:extLst>
          </p:cNvPr>
          <p:cNvSpPr>
            <a:spLocks noGrp="1"/>
          </p:cNvSpPr>
          <p:nvPr>
            <p:ph type="title"/>
          </p:nvPr>
        </p:nvSpPr>
        <p:spPr>
          <a:xfrm>
            <a:off x="1148022" y="627740"/>
            <a:ext cx="9895951" cy="1033669"/>
          </a:xfrm>
        </p:spPr>
        <p:txBody>
          <a:bodyPr>
            <a:normAutofit/>
          </a:bodyPr>
          <a:lstStyle/>
          <a:p>
            <a:pPr algn="ctr"/>
            <a:r>
              <a:rPr lang="en-IN" sz="4000" dirty="0"/>
              <a:t>Cont.</a:t>
            </a:r>
          </a:p>
        </p:txBody>
      </p:sp>
      <p:pic>
        <p:nvPicPr>
          <p:cNvPr id="8" name="Picture 7">
            <a:extLst>
              <a:ext uri="{FF2B5EF4-FFF2-40B4-BE49-F238E27FC236}">
                <a16:creationId xmlns:a16="http://schemas.microsoft.com/office/drawing/2014/main" id="{8577BF0F-8A5C-9F4C-10E1-4A83625D1126}"/>
              </a:ext>
            </a:extLst>
          </p:cNvPr>
          <p:cNvPicPr>
            <a:picLocks noChangeAspect="1"/>
          </p:cNvPicPr>
          <p:nvPr/>
        </p:nvPicPr>
        <p:blipFill>
          <a:blip r:embed="rId2"/>
          <a:stretch>
            <a:fillRect/>
          </a:stretch>
        </p:blipFill>
        <p:spPr>
          <a:xfrm>
            <a:off x="915266" y="1332151"/>
            <a:ext cx="4861429" cy="2520225"/>
          </a:xfrm>
          <a:prstGeom prst="rect">
            <a:avLst/>
          </a:prstGeom>
        </p:spPr>
      </p:pic>
      <p:pic>
        <p:nvPicPr>
          <p:cNvPr id="10" name="Picture 9">
            <a:extLst>
              <a:ext uri="{FF2B5EF4-FFF2-40B4-BE49-F238E27FC236}">
                <a16:creationId xmlns:a16="http://schemas.microsoft.com/office/drawing/2014/main" id="{77857AC1-8A48-A846-3E45-5CEDFE59C3E9}"/>
              </a:ext>
            </a:extLst>
          </p:cNvPr>
          <p:cNvPicPr>
            <a:picLocks noChangeAspect="1"/>
          </p:cNvPicPr>
          <p:nvPr/>
        </p:nvPicPr>
        <p:blipFill>
          <a:blip r:embed="rId3"/>
          <a:stretch>
            <a:fillRect/>
          </a:stretch>
        </p:blipFill>
        <p:spPr>
          <a:xfrm>
            <a:off x="915265" y="3907864"/>
            <a:ext cx="4861429" cy="2520225"/>
          </a:xfrm>
          <a:prstGeom prst="rect">
            <a:avLst/>
          </a:prstGeom>
        </p:spPr>
      </p:pic>
      <p:pic>
        <p:nvPicPr>
          <p:cNvPr id="12" name="Picture 11">
            <a:extLst>
              <a:ext uri="{FF2B5EF4-FFF2-40B4-BE49-F238E27FC236}">
                <a16:creationId xmlns:a16="http://schemas.microsoft.com/office/drawing/2014/main" id="{838FABE6-D9DD-4DDB-1892-51FDDFCB10AB}"/>
              </a:ext>
            </a:extLst>
          </p:cNvPr>
          <p:cNvPicPr>
            <a:picLocks noChangeAspect="1"/>
          </p:cNvPicPr>
          <p:nvPr/>
        </p:nvPicPr>
        <p:blipFill>
          <a:blip r:embed="rId4"/>
          <a:stretch>
            <a:fillRect/>
          </a:stretch>
        </p:blipFill>
        <p:spPr>
          <a:xfrm>
            <a:off x="6096000" y="1332151"/>
            <a:ext cx="4861429" cy="2520225"/>
          </a:xfrm>
          <a:prstGeom prst="rect">
            <a:avLst/>
          </a:prstGeom>
        </p:spPr>
      </p:pic>
      <p:pic>
        <p:nvPicPr>
          <p:cNvPr id="14" name="Picture 13">
            <a:extLst>
              <a:ext uri="{FF2B5EF4-FFF2-40B4-BE49-F238E27FC236}">
                <a16:creationId xmlns:a16="http://schemas.microsoft.com/office/drawing/2014/main" id="{24D0E91C-38EE-CC90-5101-D7A230E3943E}"/>
              </a:ext>
            </a:extLst>
          </p:cNvPr>
          <p:cNvPicPr>
            <a:picLocks noChangeAspect="1"/>
          </p:cNvPicPr>
          <p:nvPr/>
        </p:nvPicPr>
        <p:blipFill>
          <a:blip r:embed="rId5"/>
          <a:stretch>
            <a:fillRect/>
          </a:stretch>
        </p:blipFill>
        <p:spPr>
          <a:xfrm>
            <a:off x="6098001" y="3909940"/>
            <a:ext cx="4857425" cy="2518149"/>
          </a:xfrm>
          <a:prstGeom prst="rect">
            <a:avLst/>
          </a:prstGeom>
        </p:spPr>
      </p:pic>
    </p:spTree>
    <p:extLst>
      <p:ext uri="{BB962C8B-B14F-4D97-AF65-F5344CB8AC3E}">
        <p14:creationId xmlns:p14="http://schemas.microsoft.com/office/powerpoint/2010/main" val="2629673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8F57DE6-F72A-24A2-7915-763B607CFC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1EFDC7-60D5-2C0A-DF67-4EE02E5EC318}"/>
              </a:ext>
            </a:extLst>
          </p:cNvPr>
          <p:cNvSpPr>
            <a:spLocks noGrp="1"/>
          </p:cNvSpPr>
          <p:nvPr>
            <p:ph type="title"/>
          </p:nvPr>
        </p:nvSpPr>
        <p:spPr>
          <a:xfrm>
            <a:off x="1136397" y="502021"/>
            <a:ext cx="9688296" cy="1009923"/>
          </a:xfrm>
        </p:spPr>
        <p:txBody>
          <a:bodyPr anchor="b">
            <a:normAutofit/>
          </a:bodyPr>
          <a:lstStyle/>
          <a:p>
            <a:r>
              <a:rPr lang="en-IN" sz="4000"/>
              <a:t>Limitations and Future Work</a:t>
            </a:r>
          </a:p>
        </p:txBody>
      </p:sp>
      <p:sp>
        <p:nvSpPr>
          <p:cNvPr id="3" name="Content Placeholder 2">
            <a:extLst>
              <a:ext uri="{FF2B5EF4-FFF2-40B4-BE49-F238E27FC236}">
                <a16:creationId xmlns:a16="http://schemas.microsoft.com/office/drawing/2014/main" id="{49E3E033-3CFA-7169-887E-7E3C3208CF63}"/>
              </a:ext>
            </a:extLst>
          </p:cNvPr>
          <p:cNvSpPr>
            <a:spLocks noGrp="1"/>
          </p:cNvSpPr>
          <p:nvPr>
            <p:ph idx="1"/>
          </p:nvPr>
        </p:nvSpPr>
        <p:spPr>
          <a:xfrm>
            <a:off x="1136397" y="1715024"/>
            <a:ext cx="9688296" cy="4497711"/>
          </a:xfrm>
        </p:spPr>
        <p:txBody>
          <a:bodyPr vert="horz" lIns="91440" tIns="45720" rIns="91440" bIns="45720" rtlCol="0" anchor="t">
            <a:noAutofit/>
          </a:bodyPr>
          <a:lstStyle/>
          <a:p>
            <a:pPr marL="0" indent="0">
              <a:lnSpc>
                <a:spcPct val="110000"/>
              </a:lnSpc>
              <a:buNone/>
            </a:pPr>
            <a:r>
              <a:rPr lang="en-US" sz="1800" b="1" dirty="0">
                <a:latin typeface="Calisto MT"/>
              </a:rPr>
              <a:t>Limitations:</a:t>
            </a:r>
            <a:endParaRPr lang="en-US" b="1" dirty="0"/>
          </a:p>
          <a:p>
            <a:pPr lvl="1">
              <a:lnSpc>
                <a:spcPct val="110000"/>
              </a:lnSpc>
            </a:pPr>
            <a:r>
              <a:rPr lang="en-US" dirty="0" err="1">
                <a:latin typeface="Calisto MT"/>
              </a:rPr>
              <a:t>DeepLift</a:t>
            </a:r>
            <a:r>
              <a:rPr lang="en-US" dirty="0">
                <a:latin typeface="Calisto MT"/>
              </a:rPr>
              <a:t> requires a reference baseline; poorly chosen baselines can affect quality.</a:t>
            </a:r>
          </a:p>
          <a:p>
            <a:pPr lvl="1">
              <a:lnSpc>
                <a:spcPct val="110000"/>
              </a:lnSpc>
            </a:pPr>
            <a:r>
              <a:rPr lang="en-US" dirty="0">
                <a:latin typeface="Calisto MT"/>
              </a:rPr>
              <a:t>Training deep models and generating explanations is compute-intensive.</a:t>
            </a:r>
          </a:p>
          <a:p>
            <a:pPr lvl="1">
              <a:lnSpc>
                <a:spcPct val="110000"/>
              </a:lnSpc>
            </a:pPr>
            <a:r>
              <a:rPr lang="en-US" dirty="0">
                <a:latin typeface="Calisto MT"/>
              </a:rPr>
              <a:t>Explanations are post-hoc; do not influence training.</a:t>
            </a:r>
          </a:p>
          <a:p>
            <a:pPr lvl="1">
              <a:lnSpc>
                <a:spcPct val="110000"/>
              </a:lnSpc>
            </a:pPr>
            <a:r>
              <a:rPr lang="en-US" dirty="0">
                <a:latin typeface="Calisto MT"/>
              </a:rPr>
              <a:t>Explanatory visualizations can still be hard to interpret without domain knowledge.</a:t>
            </a:r>
          </a:p>
          <a:p>
            <a:pPr marL="0" indent="0">
              <a:lnSpc>
                <a:spcPct val="110000"/>
              </a:lnSpc>
              <a:buNone/>
            </a:pPr>
            <a:r>
              <a:rPr lang="en-US" sz="1800" b="1" dirty="0">
                <a:latin typeface="Calisto MT"/>
              </a:rPr>
              <a:t>Future Work:</a:t>
            </a:r>
          </a:p>
          <a:p>
            <a:pPr lvl="1">
              <a:lnSpc>
                <a:spcPct val="110000"/>
              </a:lnSpc>
            </a:pPr>
            <a:r>
              <a:rPr lang="en-US" dirty="0">
                <a:latin typeface="Calisto MT"/>
              </a:rPr>
              <a:t>Explore real-time explainable steganalysis for edge/mobile devices.</a:t>
            </a:r>
          </a:p>
          <a:p>
            <a:pPr lvl="1">
              <a:lnSpc>
                <a:spcPct val="110000"/>
              </a:lnSpc>
            </a:pPr>
            <a:r>
              <a:rPr lang="en-US" dirty="0">
                <a:latin typeface="Calisto MT"/>
              </a:rPr>
              <a:t>Incorporation in social media and e-mailing forums.</a:t>
            </a:r>
          </a:p>
          <a:p>
            <a:pPr lvl="1">
              <a:lnSpc>
                <a:spcPct val="110000"/>
              </a:lnSpc>
            </a:pPr>
            <a:r>
              <a:rPr lang="en-US" dirty="0">
                <a:latin typeface="Calisto MT"/>
              </a:rPr>
              <a:t>Investigate end-to-end explainable training, where XAI feedback guides model updates.</a:t>
            </a:r>
          </a:p>
          <a:p>
            <a:pPr lvl="1">
              <a:lnSpc>
                <a:spcPct val="110000"/>
              </a:lnSpc>
            </a:pPr>
            <a:r>
              <a:rPr lang="en-US" dirty="0">
                <a:latin typeface="Calisto MT"/>
              </a:rPr>
              <a:t>Expand to video and audio steganalysis.</a:t>
            </a:r>
          </a:p>
          <a:p>
            <a:pPr lvl="1">
              <a:lnSpc>
                <a:spcPct val="110000"/>
              </a:lnSpc>
            </a:pPr>
            <a:r>
              <a:rPr lang="en-US" dirty="0">
                <a:latin typeface="Calisto MT"/>
              </a:rPr>
              <a:t>Incorporate multi-modal learning (text + image steganalysis).</a:t>
            </a:r>
          </a:p>
          <a:p>
            <a:pPr lvl="1">
              <a:lnSpc>
                <a:spcPct val="110000"/>
              </a:lnSpc>
            </a:pPr>
            <a:r>
              <a:rPr lang="en-US" dirty="0">
                <a:latin typeface="Calisto MT"/>
              </a:rPr>
              <a:t>Validate explanation usefulness through user studies.</a:t>
            </a:r>
          </a:p>
        </p:txBody>
      </p:sp>
    </p:spTree>
    <p:extLst>
      <p:ext uri="{BB962C8B-B14F-4D97-AF65-F5344CB8AC3E}">
        <p14:creationId xmlns:p14="http://schemas.microsoft.com/office/powerpoint/2010/main" val="33606852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5BD624C-8DED-7D9F-E6EE-0F7A098925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F41376-2058-0C91-3931-D0BD44831021}"/>
              </a:ext>
            </a:extLst>
          </p:cNvPr>
          <p:cNvSpPr>
            <a:spLocks noGrp="1"/>
          </p:cNvSpPr>
          <p:nvPr>
            <p:ph type="title"/>
          </p:nvPr>
        </p:nvSpPr>
        <p:spPr>
          <a:xfrm>
            <a:off x="515932" y="284870"/>
            <a:ext cx="10653578" cy="1132258"/>
          </a:xfrm>
        </p:spPr>
        <p:txBody>
          <a:bodyPr/>
          <a:lstStyle/>
          <a:p>
            <a:r>
              <a:rPr lang="en-IN" dirty="0"/>
              <a:t>References</a:t>
            </a:r>
          </a:p>
        </p:txBody>
      </p:sp>
      <p:sp>
        <p:nvSpPr>
          <p:cNvPr id="4" name="Rectangle 1">
            <a:extLst>
              <a:ext uri="{FF2B5EF4-FFF2-40B4-BE49-F238E27FC236}">
                <a16:creationId xmlns:a16="http://schemas.microsoft.com/office/drawing/2014/main" id="{8EF157E1-530F-F76E-9528-596636E25648}"/>
              </a:ext>
            </a:extLst>
          </p:cNvPr>
          <p:cNvSpPr>
            <a:spLocks noGrp="1" noChangeArrowheads="1"/>
          </p:cNvSpPr>
          <p:nvPr>
            <p:ph idx="1"/>
          </p:nvPr>
        </p:nvSpPr>
        <p:spPr bwMode="auto">
          <a:xfrm>
            <a:off x="515932" y="1056019"/>
            <a:ext cx="11327306" cy="55998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b="0" i="0" u="none" strike="noStrike" cap="none" normalizeH="0" baseline="0" dirty="0">
                <a:ln>
                  <a:noFill/>
                </a:ln>
                <a:solidFill>
                  <a:schemeClr val="tx1"/>
                </a:solidFill>
                <a:effectLst/>
                <a:latin typeface="Calisto MT" panose="02040603050505030304" pitchFamily="18" charset="0"/>
              </a:rPr>
              <a:t>Ma, Y., Yang, Z., Li, T., Xu, L., &amp; Qiao, Y. (2023). Image steganalysis method based on cover selection and adaptive filtered residual network. Computers &amp; Graphics, 115, 43-54.</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b="0" i="0" u="none" strike="noStrike" cap="none" normalizeH="0" baseline="0" dirty="0">
                <a:ln>
                  <a:noFill/>
                </a:ln>
                <a:solidFill>
                  <a:schemeClr val="tx1"/>
                </a:solidFill>
                <a:effectLst/>
                <a:latin typeface="Calisto MT" panose="02040603050505030304" pitchFamily="18" charset="0"/>
              </a:rPr>
              <a:t>Shehab, D. A., &amp; Alhaddad, M. J. (2022). Comprehensive survey of multimedia steganalysis: Techniques, evaluations, and trends in future research. Symmetry, 14(1), 117.</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b="0" i="0" u="none" strike="noStrike" cap="none" normalizeH="0" baseline="0" dirty="0" err="1">
                <a:ln>
                  <a:noFill/>
                </a:ln>
                <a:solidFill>
                  <a:schemeClr val="tx1"/>
                </a:solidFill>
                <a:effectLst/>
                <a:latin typeface="Calisto MT" panose="02040603050505030304" pitchFamily="18" charset="0"/>
              </a:rPr>
              <a:t>Kheddar</a:t>
            </a:r>
            <a:r>
              <a:rPr kumimoji="0" lang="en-US" altLang="en-US" sz="1200" b="0" i="0" u="none" strike="noStrike" cap="none" normalizeH="0" baseline="0" dirty="0">
                <a:ln>
                  <a:noFill/>
                </a:ln>
                <a:solidFill>
                  <a:schemeClr val="tx1"/>
                </a:solidFill>
                <a:effectLst/>
                <a:latin typeface="Calisto MT" panose="02040603050505030304" pitchFamily="18" charset="0"/>
              </a:rPr>
              <a:t>, H., Hemis, M., Himeur, Y., Megias, D., &amp; Amira, A. (2024). Deep learning for steganalysis of diverse data types: A review of methods, taxonomy, challenges and future directions. Neurocomputing, 581, 127528.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b="0" i="0" u="none" strike="noStrike" cap="none" normalizeH="0" baseline="0" dirty="0">
                <a:ln>
                  <a:noFill/>
                </a:ln>
                <a:solidFill>
                  <a:schemeClr val="tx1"/>
                </a:solidFill>
                <a:effectLst/>
                <a:latin typeface="Calisto MT" panose="02040603050505030304" pitchFamily="18" charset="0"/>
              </a:rPr>
              <a:t>Zhu, Y., Wang, X., Chen, H. S., Salloum, R., &amp; Kuo, C. C. J. (2023). Green </a:t>
            </a:r>
            <a:r>
              <a:rPr kumimoji="0" lang="en-US" altLang="en-US" sz="1200" b="0" i="0" u="none" strike="noStrike" cap="none" normalizeH="0" baseline="0" dirty="0" err="1">
                <a:ln>
                  <a:noFill/>
                </a:ln>
                <a:solidFill>
                  <a:schemeClr val="tx1"/>
                </a:solidFill>
                <a:effectLst/>
                <a:latin typeface="Calisto MT" panose="02040603050505030304" pitchFamily="18" charset="0"/>
              </a:rPr>
              <a:t>steganalyzer</a:t>
            </a:r>
            <a:r>
              <a:rPr kumimoji="0" lang="en-US" altLang="en-US" sz="1200" b="0" i="0" u="none" strike="noStrike" cap="none" normalizeH="0" baseline="0" dirty="0">
                <a:ln>
                  <a:noFill/>
                </a:ln>
                <a:solidFill>
                  <a:schemeClr val="tx1"/>
                </a:solidFill>
                <a:effectLst/>
                <a:latin typeface="Calisto MT" panose="02040603050505030304" pitchFamily="18" charset="0"/>
              </a:rPr>
              <a:t>: A green learning approach to image steganalysis. APSIPA Transactions on Signal and Information Processing, 12(1).</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b="0" i="0" u="none" strike="noStrike" cap="none" normalizeH="0" baseline="0" dirty="0">
                <a:ln>
                  <a:noFill/>
                </a:ln>
                <a:solidFill>
                  <a:schemeClr val="tx1"/>
                </a:solidFill>
                <a:effectLst/>
                <a:latin typeface="Calisto MT" panose="02040603050505030304" pitchFamily="18" charset="0"/>
              </a:rPr>
              <a:t>Gupta, A., </a:t>
            </a:r>
            <a:r>
              <a:rPr kumimoji="0" lang="en-US" altLang="en-US" sz="1200" b="0" i="0" u="none" strike="noStrike" cap="none" normalizeH="0" baseline="0" dirty="0" err="1">
                <a:ln>
                  <a:noFill/>
                </a:ln>
                <a:solidFill>
                  <a:schemeClr val="tx1"/>
                </a:solidFill>
                <a:effectLst/>
                <a:latin typeface="Calisto MT" panose="02040603050505030304" pitchFamily="18" charset="0"/>
              </a:rPr>
              <a:t>Chhikara</a:t>
            </a:r>
            <a:r>
              <a:rPr kumimoji="0" lang="en-US" altLang="en-US" sz="1200" b="0" i="0" u="none" strike="noStrike" cap="none" normalizeH="0" baseline="0" dirty="0">
                <a:ln>
                  <a:noFill/>
                </a:ln>
                <a:solidFill>
                  <a:schemeClr val="tx1"/>
                </a:solidFill>
                <a:effectLst/>
                <a:latin typeface="Calisto MT" panose="02040603050505030304" pitchFamily="18" charset="0"/>
              </a:rPr>
              <a:t>, R., &amp; Sharma, P. (2024). </a:t>
            </a:r>
            <a:r>
              <a:rPr kumimoji="0" lang="en-US" altLang="en-US" sz="1200" b="0" i="0" u="none" strike="noStrike" cap="none" normalizeH="0" baseline="0" dirty="0" err="1">
                <a:ln>
                  <a:noFill/>
                </a:ln>
                <a:solidFill>
                  <a:schemeClr val="tx1"/>
                </a:solidFill>
                <a:effectLst/>
                <a:latin typeface="Calisto MT" panose="02040603050505030304" pitchFamily="18" charset="0"/>
              </a:rPr>
              <a:t>CIRNet</a:t>
            </a:r>
            <a:r>
              <a:rPr kumimoji="0" lang="en-US" altLang="en-US" sz="1200" b="0" i="0" u="none" strike="noStrike" cap="none" normalizeH="0" baseline="0" dirty="0">
                <a:ln>
                  <a:noFill/>
                </a:ln>
                <a:solidFill>
                  <a:schemeClr val="tx1"/>
                </a:solidFill>
                <a:effectLst/>
                <a:latin typeface="Calisto MT" panose="02040603050505030304" pitchFamily="18" charset="0"/>
              </a:rPr>
              <a:t>: An improved lightweight convolution neural network architecture with inverted residuals for universal steganalysis. Arabian Journal for Science and Engineering, 49(9), 12219-12233.</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b="0" i="0" u="none" strike="noStrike" cap="none" normalizeH="0" baseline="0" dirty="0">
                <a:ln>
                  <a:noFill/>
                </a:ln>
                <a:solidFill>
                  <a:schemeClr val="tx1"/>
                </a:solidFill>
                <a:effectLst/>
                <a:latin typeface="Calisto MT" panose="02040603050505030304" pitchFamily="18" charset="0"/>
              </a:rPr>
              <a:t>Kuznetsov, O., </a:t>
            </a:r>
            <a:r>
              <a:rPr kumimoji="0" lang="en-US" altLang="en-US" sz="1200" b="0" i="0" u="none" strike="noStrike" cap="none" normalizeH="0" baseline="0" dirty="0" err="1">
                <a:ln>
                  <a:noFill/>
                </a:ln>
                <a:solidFill>
                  <a:schemeClr val="tx1"/>
                </a:solidFill>
                <a:effectLst/>
                <a:latin typeface="Calisto MT" panose="02040603050505030304" pitchFamily="18" charset="0"/>
              </a:rPr>
              <a:t>Frontoni</a:t>
            </a:r>
            <a:r>
              <a:rPr kumimoji="0" lang="en-US" altLang="en-US" sz="1200" b="0" i="0" u="none" strike="noStrike" cap="none" normalizeH="0" baseline="0" dirty="0">
                <a:ln>
                  <a:noFill/>
                </a:ln>
                <a:solidFill>
                  <a:schemeClr val="tx1"/>
                </a:solidFill>
                <a:effectLst/>
                <a:latin typeface="Calisto MT" panose="02040603050505030304" pitchFamily="18" charset="0"/>
              </a:rPr>
              <a:t>, E., Chernov, K., Kuznetsova, K., Shevchuk, R., &amp; Karpinski, M. (2024). Enhancing Steganography Detection with AI: Fine-Tuning a Deep Residual Network for Spread Spectrum Image Steganography. Sensors, 24(23), 7815.</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b="0" i="0" u="none" strike="noStrike" cap="none" normalizeH="0" baseline="0" dirty="0">
                <a:ln>
                  <a:noFill/>
                </a:ln>
                <a:solidFill>
                  <a:schemeClr val="tx1"/>
                </a:solidFill>
                <a:effectLst/>
                <a:latin typeface="Calisto MT" panose="02040603050505030304" pitchFamily="18" charset="0"/>
              </a:rPr>
              <a:t>Shrikumar, A., Greenside, P., &amp; </a:t>
            </a:r>
            <a:r>
              <a:rPr kumimoji="0" lang="en-US" altLang="en-US" sz="1200" b="0" i="0" u="none" strike="noStrike" cap="none" normalizeH="0" baseline="0" dirty="0" err="1">
                <a:ln>
                  <a:noFill/>
                </a:ln>
                <a:solidFill>
                  <a:schemeClr val="tx1"/>
                </a:solidFill>
                <a:effectLst/>
                <a:latin typeface="Calisto MT" panose="02040603050505030304" pitchFamily="18" charset="0"/>
              </a:rPr>
              <a:t>Kundaje</a:t>
            </a:r>
            <a:r>
              <a:rPr kumimoji="0" lang="en-US" altLang="en-US" sz="1200" b="0" i="0" u="none" strike="noStrike" cap="none" normalizeH="0" baseline="0" dirty="0">
                <a:ln>
                  <a:noFill/>
                </a:ln>
                <a:solidFill>
                  <a:schemeClr val="tx1"/>
                </a:solidFill>
                <a:effectLst/>
                <a:latin typeface="Calisto MT" panose="02040603050505030304" pitchFamily="18" charset="0"/>
              </a:rPr>
              <a:t>, A. (2017, July). Learning important features through propagating activation differences. In International conference on machine learning (pp. 3145-3153). </a:t>
            </a:r>
            <a:r>
              <a:rPr kumimoji="0" lang="en-US" altLang="en-US" sz="1200" b="0" i="0" u="none" strike="noStrike" cap="none" normalizeH="0" baseline="0" dirty="0" err="1">
                <a:ln>
                  <a:noFill/>
                </a:ln>
                <a:solidFill>
                  <a:schemeClr val="tx1"/>
                </a:solidFill>
                <a:effectLst/>
                <a:latin typeface="Calisto MT" panose="02040603050505030304" pitchFamily="18" charset="0"/>
              </a:rPr>
              <a:t>PMlR</a:t>
            </a:r>
            <a:r>
              <a:rPr kumimoji="0" lang="en-US" altLang="en-US" sz="1200" b="0" i="0" u="none" strike="noStrike" cap="none" normalizeH="0" baseline="0" dirty="0">
                <a:ln>
                  <a:noFill/>
                </a:ln>
                <a:solidFill>
                  <a:schemeClr val="tx1"/>
                </a:solidFill>
                <a:effectLst/>
                <a:latin typeface="Calisto MT" panose="02040603050505030304" pitchFamily="18" charset="0"/>
              </a:rPr>
              <a:t>.</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b="0" i="0" u="none" strike="noStrike" cap="none" normalizeH="0" baseline="0" dirty="0">
                <a:ln>
                  <a:noFill/>
                </a:ln>
                <a:solidFill>
                  <a:schemeClr val="tx1"/>
                </a:solidFill>
                <a:effectLst/>
                <a:latin typeface="Calisto MT" panose="02040603050505030304" pitchFamily="18" charset="0"/>
              </a:rPr>
              <a:t>Huang, S., Zhang, M., Ke, Y., Bi, X., &amp; Kong, Y. (2022). Image steganalysis based on attention augmented convolution. Multimedia Tools and Applications, 81(14), 19471-19490.</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b="0" i="0" u="none" strike="noStrike" cap="none" normalizeH="0" baseline="0" dirty="0">
                <a:ln>
                  <a:noFill/>
                </a:ln>
                <a:solidFill>
                  <a:schemeClr val="tx1"/>
                </a:solidFill>
                <a:effectLst/>
                <a:latin typeface="Calisto MT" panose="02040603050505030304" pitchFamily="18" charset="0"/>
              </a:rPr>
              <a:t>Gao, X., Yi, J., Liu, L., &amp; Tan, L. (2025). A generic image steganography recognition scheme with big data matching and an improved ResNet50 deep learning network. Electronics, 14(8), 1610.</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b="0" i="0" u="none" strike="noStrike" cap="none" normalizeH="0" baseline="0" dirty="0" err="1">
                <a:ln>
                  <a:noFill/>
                </a:ln>
                <a:solidFill>
                  <a:schemeClr val="tx1"/>
                </a:solidFill>
                <a:effectLst/>
                <a:latin typeface="Calisto MT" panose="02040603050505030304" pitchFamily="18" charset="0"/>
              </a:rPr>
              <a:t>Mhawi</a:t>
            </a:r>
            <a:r>
              <a:rPr kumimoji="0" lang="en-US" altLang="en-US" sz="1200" b="0" i="0" u="none" strike="noStrike" cap="none" normalizeH="0" baseline="0" dirty="0">
                <a:ln>
                  <a:noFill/>
                </a:ln>
                <a:solidFill>
                  <a:schemeClr val="tx1"/>
                </a:solidFill>
                <a:effectLst/>
                <a:latin typeface="Calisto MT" panose="02040603050505030304" pitchFamily="18" charset="0"/>
              </a:rPr>
              <a:t>, M. Y., Abdullah, H. N., &amp; Sikora, A. (2024). Gans for image security applications: a literature review. Iraqi Journal of Information and Communication Technology, 7(2), 89-102.</a:t>
            </a:r>
          </a:p>
        </p:txBody>
      </p:sp>
    </p:spTree>
    <p:extLst>
      <p:ext uri="{BB962C8B-B14F-4D97-AF65-F5344CB8AC3E}">
        <p14:creationId xmlns:p14="http://schemas.microsoft.com/office/powerpoint/2010/main" val="783894851"/>
      </p:ext>
    </p:extLst>
  </p:cSld>
  <p:clrMapOvr>
    <a:masterClrMapping/>
  </p:clrMapOvr>
</p:sld>
</file>

<file path=ppt/theme/theme1.xml><?xml version="1.0" encoding="utf-8"?>
<a:theme xmlns:a="http://schemas.openxmlformats.org/drawingml/2006/main" name="VanillaVTI">
  <a:themeElements>
    <a:clrScheme name="VanillaVTI">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VanillaVTI">
      <a:majorFont>
        <a:latin typeface="Neue Haas Grotesk Text Pro"/>
        <a:ea typeface=""/>
        <a:cs typeface=""/>
      </a:majorFont>
      <a:minorFont>
        <a:latin typeface="Neue Haas Grotesk Text Pro"/>
        <a:ea typeface=""/>
        <a:cs typeface=""/>
      </a:minorFont>
    </a:fontScheme>
    <a:fmtScheme name="Vanilla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AACC6CF0-9F86-48CC-9C4E-CA578EE0A0A0}" vid="{3BDE51FE-56D6-4100-AFB5-5B4AEDCE2E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663</TotalTime>
  <Words>2520</Words>
  <Application>Microsoft Office PowerPoint</Application>
  <PresentationFormat>Widescreen</PresentationFormat>
  <Paragraphs>239</Paragraphs>
  <Slides>15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Calisto MT</vt:lpstr>
      <vt:lpstr>Neue Haas Grotesk Text Pro</vt:lpstr>
      <vt:lpstr>Times New Roman</vt:lpstr>
      <vt:lpstr>Wingdings</vt:lpstr>
      <vt:lpstr>VanillaVTI</vt:lpstr>
      <vt:lpstr>CSE1906- Mini Project First Review​  CSRNet and DeepLift XAI for Explainable Steganalysis​</vt:lpstr>
      <vt:lpstr>PowerPoint Presentation</vt:lpstr>
      <vt:lpstr>Outline</vt:lpstr>
      <vt:lpstr>Introduction</vt:lpstr>
      <vt:lpstr>Literature Review</vt:lpstr>
      <vt:lpstr>PowerPoint Presentation</vt:lpstr>
      <vt:lpstr>PowerPoint Presentation</vt:lpstr>
      <vt:lpstr>Scope and Problem Statement</vt:lpstr>
      <vt:lpstr>Research Objective and Challenges</vt:lpstr>
      <vt:lpstr>Methodology</vt:lpstr>
      <vt:lpstr>PowerPoint Presentation</vt:lpstr>
      <vt:lpstr>Results and Conclusion</vt:lpstr>
      <vt:lpstr>Cont.</vt:lpstr>
      <vt:lpstr>Limitations and Future Work</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Sakthi Sairam</dc:creator>
  <cp:lastModifiedBy>Sakthi Sairam</cp:lastModifiedBy>
  <cp:revision>51</cp:revision>
  <dcterms:created xsi:type="dcterms:W3CDTF">2025-07-31T13:39:15Z</dcterms:created>
  <dcterms:modified xsi:type="dcterms:W3CDTF">2025-11-05T05:26:01Z</dcterms:modified>
</cp:coreProperties>
</file>